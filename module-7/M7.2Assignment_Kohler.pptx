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4D924-1F6E-4DFE-BE5C-8577830A32FE}" type="doc">
      <dgm:prSet loTypeId="urn:microsoft.com/office/officeart/2005/8/layout/hProcess9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BD9D39-9F30-4AB8-85A1-4B7E94B2BFD3}">
      <dgm:prSet/>
      <dgm:spPr/>
      <dgm:t>
        <a:bodyPr/>
        <a:lstStyle/>
        <a:p>
          <a:r>
            <a:rPr lang="en-US"/>
            <a:t>Key Benefits:</a:t>
          </a:r>
        </a:p>
      </dgm:t>
    </dgm:pt>
    <dgm:pt modelId="{8B30607A-F47C-4924-BD94-3CC49867ADD1}" type="parTrans" cxnId="{07D4F60D-EFFA-46DB-A492-DC58C8340C6E}">
      <dgm:prSet/>
      <dgm:spPr/>
      <dgm:t>
        <a:bodyPr/>
        <a:lstStyle/>
        <a:p>
          <a:endParaRPr lang="en-US"/>
        </a:p>
      </dgm:t>
    </dgm:pt>
    <dgm:pt modelId="{D70950A0-9061-4623-B8A9-229EE912640A}" type="sibTrans" cxnId="{07D4F60D-EFFA-46DB-A492-DC58C8340C6E}">
      <dgm:prSet/>
      <dgm:spPr/>
      <dgm:t>
        <a:bodyPr/>
        <a:lstStyle/>
        <a:p>
          <a:endParaRPr lang="en-US"/>
        </a:p>
      </dgm:t>
    </dgm:pt>
    <dgm:pt modelId="{E27B6C0F-3322-45AB-A512-22CE66EC1E83}">
      <dgm:prSet/>
      <dgm:spPr/>
      <dgm:t>
        <a:bodyPr/>
        <a:lstStyle/>
        <a:p>
          <a:r>
            <a:rPr lang="en-US"/>
            <a:t>Faster fixes for production issues</a:t>
          </a:r>
        </a:p>
      </dgm:t>
    </dgm:pt>
    <dgm:pt modelId="{C3053F7C-9272-4F6D-AA7F-C423F71E13D8}" type="parTrans" cxnId="{A8FF4ECA-914A-40E8-A2C0-4E1AB0D573A4}">
      <dgm:prSet/>
      <dgm:spPr/>
      <dgm:t>
        <a:bodyPr/>
        <a:lstStyle/>
        <a:p>
          <a:endParaRPr lang="en-US"/>
        </a:p>
      </dgm:t>
    </dgm:pt>
    <dgm:pt modelId="{9761C2ED-7E69-409E-AB03-475DEE4D5EA6}" type="sibTrans" cxnId="{A8FF4ECA-914A-40E8-A2C0-4E1AB0D573A4}">
      <dgm:prSet/>
      <dgm:spPr/>
      <dgm:t>
        <a:bodyPr/>
        <a:lstStyle/>
        <a:p>
          <a:endParaRPr lang="en-US"/>
        </a:p>
      </dgm:t>
    </dgm:pt>
    <dgm:pt modelId="{18AE991C-860E-4745-A778-3B1B53285EFD}">
      <dgm:prSet/>
      <dgm:spPr/>
      <dgm:t>
        <a:bodyPr/>
        <a:lstStyle/>
        <a:p>
          <a:r>
            <a:rPr lang="en-US"/>
            <a:t>More empathy for end users</a:t>
          </a:r>
        </a:p>
      </dgm:t>
    </dgm:pt>
    <dgm:pt modelId="{062FF088-8DAA-447A-9A90-39F8F5BEF60C}" type="parTrans" cxnId="{9EB9EE48-11C2-43CB-8705-0A313E860FCA}">
      <dgm:prSet/>
      <dgm:spPr/>
      <dgm:t>
        <a:bodyPr/>
        <a:lstStyle/>
        <a:p>
          <a:endParaRPr lang="en-US"/>
        </a:p>
      </dgm:t>
    </dgm:pt>
    <dgm:pt modelId="{80E6ED84-56FE-45BC-96B0-7F0E29D7B0ED}" type="sibTrans" cxnId="{9EB9EE48-11C2-43CB-8705-0A313E860FCA}">
      <dgm:prSet/>
      <dgm:spPr/>
      <dgm:t>
        <a:bodyPr/>
        <a:lstStyle/>
        <a:p>
          <a:endParaRPr lang="en-US"/>
        </a:p>
      </dgm:t>
    </dgm:pt>
    <dgm:pt modelId="{62D242F2-8858-4F2A-A388-182E9E188AD4}">
      <dgm:prSet/>
      <dgm:spPr/>
      <dgm:t>
        <a:bodyPr/>
        <a:lstStyle/>
        <a:p>
          <a:r>
            <a:rPr lang="en-US"/>
            <a:t>Continuous learning and improvement</a:t>
          </a:r>
        </a:p>
      </dgm:t>
    </dgm:pt>
    <dgm:pt modelId="{425E98A5-029C-40C3-9E20-01E5E6C627ED}" type="parTrans" cxnId="{33866726-8A94-4AEC-B94B-8F9C7851690D}">
      <dgm:prSet/>
      <dgm:spPr/>
      <dgm:t>
        <a:bodyPr/>
        <a:lstStyle/>
        <a:p>
          <a:endParaRPr lang="en-US"/>
        </a:p>
      </dgm:t>
    </dgm:pt>
    <dgm:pt modelId="{9775952A-DCDA-4F98-8E10-4EAB7679BBDD}" type="sibTrans" cxnId="{33866726-8A94-4AEC-B94B-8F9C7851690D}">
      <dgm:prSet/>
      <dgm:spPr/>
      <dgm:t>
        <a:bodyPr/>
        <a:lstStyle/>
        <a:p>
          <a:endParaRPr lang="en-US"/>
        </a:p>
      </dgm:t>
    </dgm:pt>
    <dgm:pt modelId="{FCC4C523-13FC-4335-B8FA-2B8642301375}">
      <dgm:prSet/>
      <dgm:spPr/>
      <dgm:t>
        <a:bodyPr/>
        <a:lstStyle/>
        <a:p>
          <a:r>
            <a:rPr lang="en-US"/>
            <a:t>"When developers get feedback on how their applications perform in production…they become closer to the customer."(Kim et al., 2016)</a:t>
          </a:r>
        </a:p>
      </dgm:t>
    </dgm:pt>
    <dgm:pt modelId="{B1CD2084-6EAF-4139-B294-A1B447483E7D}" type="parTrans" cxnId="{E4C1E43A-DA9C-4EFC-9720-EB7A9FE3BDB0}">
      <dgm:prSet/>
      <dgm:spPr/>
      <dgm:t>
        <a:bodyPr/>
        <a:lstStyle/>
        <a:p>
          <a:endParaRPr lang="en-US"/>
        </a:p>
      </dgm:t>
    </dgm:pt>
    <dgm:pt modelId="{AD8364E8-AA00-4178-9C58-4E7FD8EEF5EA}" type="sibTrans" cxnId="{E4C1E43A-DA9C-4EFC-9720-EB7A9FE3BDB0}">
      <dgm:prSet/>
      <dgm:spPr/>
      <dgm:t>
        <a:bodyPr/>
        <a:lstStyle/>
        <a:p>
          <a:endParaRPr lang="en-US"/>
        </a:p>
      </dgm:t>
    </dgm:pt>
    <dgm:pt modelId="{88E47BA5-6163-4612-9708-2B6EA7E0DF52}" type="pres">
      <dgm:prSet presAssocID="{D964D924-1F6E-4DFE-BE5C-8577830A32FE}" presName="CompostProcess" presStyleCnt="0">
        <dgm:presLayoutVars>
          <dgm:dir/>
          <dgm:resizeHandles val="exact"/>
        </dgm:presLayoutVars>
      </dgm:prSet>
      <dgm:spPr/>
    </dgm:pt>
    <dgm:pt modelId="{5F62B40E-EA66-44DC-AEB4-B7B814B42D70}" type="pres">
      <dgm:prSet presAssocID="{D964D924-1F6E-4DFE-BE5C-8577830A32FE}" presName="arrow" presStyleLbl="bgShp" presStyleIdx="0" presStyleCnt="1"/>
      <dgm:spPr/>
    </dgm:pt>
    <dgm:pt modelId="{FF809DCE-6DA0-474E-81B3-69A61D3C1E98}" type="pres">
      <dgm:prSet presAssocID="{D964D924-1F6E-4DFE-BE5C-8577830A32FE}" presName="linearProcess" presStyleCnt="0"/>
      <dgm:spPr/>
    </dgm:pt>
    <dgm:pt modelId="{3509EBA6-3A07-4939-B858-0C9EE71BFD02}" type="pres">
      <dgm:prSet presAssocID="{ABBD9D39-9F30-4AB8-85A1-4B7E94B2BFD3}" presName="textNode" presStyleLbl="node1" presStyleIdx="0" presStyleCnt="2">
        <dgm:presLayoutVars>
          <dgm:bulletEnabled val="1"/>
        </dgm:presLayoutVars>
      </dgm:prSet>
      <dgm:spPr/>
    </dgm:pt>
    <dgm:pt modelId="{6DD7C22E-A075-4B81-84CE-0B2D0AA853AB}" type="pres">
      <dgm:prSet presAssocID="{D70950A0-9061-4623-B8A9-229EE912640A}" presName="sibTrans" presStyleCnt="0"/>
      <dgm:spPr/>
    </dgm:pt>
    <dgm:pt modelId="{2A401587-D456-4169-8F0E-73D72309A3CA}" type="pres">
      <dgm:prSet presAssocID="{FCC4C523-13FC-4335-B8FA-2B8642301375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07D4F60D-EFFA-46DB-A492-DC58C8340C6E}" srcId="{D964D924-1F6E-4DFE-BE5C-8577830A32FE}" destId="{ABBD9D39-9F30-4AB8-85A1-4B7E94B2BFD3}" srcOrd="0" destOrd="0" parTransId="{8B30607A-F47C-4924-BD94-3CC49867ADD1}" sibTransId="{D70950A0-9061-4623-B8A9-229EE912640A}"/>
    <dgm:cxn modelId="{33866726-8A94-4AEC-B94B-8F9C7851690D}" srcId="{ABBD9D39-9F30-4AB8-85A1-4B7E94B2BFD3}" destId="{62D242F2-8858-4F2A-A388-182E9E188AD4}" srcOrd="2" destOrd="0" parTransId="{425E98A5-029C-40C3-9E20-01E5E6C627ED}" sibTransId="{9775952A-DCDA-4F98-8E10-4EAB7679BBDD}"/>
    <dgm:cxn modelId="{E4C1E43A-DA9C-4EFC-9720-EB7A9FE3BDB0}" srcId="{D964D924-1F6E-4DFE-BE5C-8577830A32FE}" destId="{FCC4C523-13FC-4335-B8FA-2B8642301375}" srcOrd="1" destOrd="0" parTransId="{B1CD2084-6EAF-4139-B294-A1B447483E7D}" sibTransId="{AD8364E8-AA00-4178-9C58-4E7FD8EEF5EA}"/>
    <dgm:cxn modelId="{EFA1313C-ADB9-4E11-8CC6-49901BBD3B04}" type="presOf" srcId="{62D242F2-8858-4F2A-A388-182E9E188AD4}" destId="{3509EBA6-3A07-4939-B858-0C9EE71BFD02}" srcOrd="0" destOrd="3" presId="urn:microsoft.com/office/officeart/2005/8/layout/hProcess9"/>
    <dgm:cxn modelId="{EA9EFD46-545B-461A-88E8-E5B5EC3FAF88}" type="presOf" srcId="{D964D924-1F6E-4DFE-BE5C-8577830A32FE}" destId="{88E47BA5-6163-4612-9708-2B6EA7E0DF52}" srcOrd="0" destOrd="0" presId="urn:microsoft.com/office/officeart/2005/8/layout/hProcess9"/>
    <dgm:cxn modelId="{9EB9EE48-11C2-43CB-8705-0A313E860FCA}" srcId="{ABBD9D39-9F30-4AB8-85A1-4B7E94B2BFD3}" destId="{18AE991C-860E-4745-A778-3B1B53285EFD}" srcOrd="1" destOrd="0" parTransId="{062FF088-8DAA-447A-9A90-39F8F5BEF60C}" sibTransId="{80E6ED84-56FE-45BC-96B0-7F0E29D7B0ED}"/>
    <dgm:cxn modelId="{2168C882-AE8B-4775-B756-ED5FED83C30F}" type="presOf" srcId="{ABBD9D39-9F30-4AB8-85A1-4B7E94B2BFD3}" destId="{3509EBA6-3A07-4939-B858-0C9EE71BFD02}" srcOrd="0" destOrd="0" presId="urn:microsoft.com/office/officeart/2005/8/layout/hProcess9"/>
    <dgm:cxn modelId="{3CCB4AC5-4DEF-4D24-9CCA-B62162DB8E77}" type="presOf" srcId="{E27B6C0F-3322-45AB-A512-22CE66EC1E83}" destId="{3509EBA6-3A07-4939-B858-0C9EE71BFD02}" srcOrd="0" destOrd="1" presId="urn:microsoft.com/office/officeart/2005/8/layout/hProcess9"/>
    <dgm:cxn modelId="{A8FF4ECA-914A-40E8-A2C0-4E1AB0D573A4}" srcId="{ABBD9D39-9F30-4AB8-85A1-4B7E94B2BFD3}" destId="{E27B6C0F-3322-45AB-A512-22CE66EC1E83}" srcOrd="0" destOrd="0" parTransId="{C3053F7C-9272-4F6D-AA7F-C423F71E13D8}" sibTransId="{9761C2ED-7E69-409E-AB03-475DEE4D5EA6}"/>
    <dgm:cxn modelId="{090709D4-B82A-435D-B971-6B345F46E3D1}" type="presOf" srcId="{FCC4C523-13FC-4335-B8FA-2B8642301375}" destId="{2A401587-D456-4169-8F0E-73D72309A3CA}" srcOrd="0" destOrd="0" presId="urn:microsoft.com/office/officeart/2005/8/layout/hProcess9"/>
    <dgm:cxn modelId="{FA564AE4-154C-4FC7-A238-16EF17FE08D3}" type="presOf" srcId="{18AE991C-860E-4745-A778-3B1B53285EFD}" destId="{3509EBA6-3A07-4939-B858-0C9EE71BFD02}" srcOrd="0" destOrd="2" presId="urn:microsoft.com/office/officeart/2005/8/layout/hProcess9"/>
    <dgm:cxn modelId="{8B0CE777-EC50-4857-8AC2-3AE849328CC1}" type="presParOf" srcId="{88E47BA5-6163-4612-9708-2B6EA7E0DF52}" destId="{5F62B40E-EA66-44DC-AEB4-B7B814B42D70}" srcOrd="0" destOrd="0" presId="urn:microsoft.com/office/officeart/2005/8/layout/hProcess9"/>
    <dgm:cxn modelId="{D727F72A-33C9-4FAB-829B-31C5451DD652}" type="presParOf" srcId="{88E47BA5-6163-4612-9708-2B6EA7E0DF52}" destId="{FF809DCE-6DA0-474E-81B3-69A61D3C1E98}" srcOrd="1" destOrd="0" presId="urn:microsoft.com/office/officeart/2005/8/layout/hProcess9"/>
    <dgm:cxn modelId="{0340EC28-847C-4129-8C3A-7D093A164E0F}" type="presParOf" srcId="{FF809DCE-6DA0-474E-81B3-69A61D3C1E98}" destId="{3509EBA6-3A07-4939-B858-0C9EE71BFD02}" srcOrd="0" destOrd="0" presId="urn:microsoft.com/office/officeart/2005/8/layout/hProcess9"/>
    <dgm:cxn modelId="{C851A885-A48B-4EC2-B224-54795E1C0827}" type="presParOf" srcId="{FF809DCE-6DA0-474E-81B3-69A61D3C1E98}" destId="{6DD7C22E-A075-4B81-84CE-0B2D0AA853AB}" srcOrd="1" destOrd="0" presId="urn:microsoft.com/office/officeart/2005/8/layout/hProcess9"/>
    <dgm:cxn modelId="{69CBE2CF-12B1-4E61-8F2B-50F37898021E}" type="presParOf" srcId="{FF809DCE-6DA0-474E-81B3-69A61D3C1E98}" destId="{2A401587-D456-4169-8F0E-73D72309A3CA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600272-A05E-42EB-B73F-54DB8BDBF396}" type="doc">
      <dgm:prSet loTypeId="urn:microsoft.com/office/officeart/2005/8/layout/hierarchy2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0FF190D-AB4D-4A5F-937E-A137B58B432C}">
      <dgm:prSet/>
      <dgm:spPr/>
      <dgm:t>
        <a:bodyPr/>
        <a:lstStyle/>
        <a:p>
          <a:r>
            <a:rPr lang="en-US"/>
            <a:t>Strategies:</a:t>
          </a:r>
        </a:p>
      </dgm:t>
    </dgm:pt>
    <dgm:pt modelId="{976393B0-F699-42A8-9562-0D109878897E}" type="parTrans" cxnId="{BBA9A1B0-401B-4117-9A53-B2D9DD1AC0E4}">
      <dgm:prSet/>
      <dgm:spPr/>
      <dgm:t>
        <a:bodyPr/>
        <a:lstStyle/>
        <a:p>
          <a:endParaRPr lang="en-US"/>
        </a:p>
      </dgm:t>
    </dgm:pt>
    <dgm:pt modelId="{149B360A-C615-4DA2-98CB-77FA4E7AD154}" type="sibTrans" cxnId="{BBA9A1B0-401B-4117-9A53-B2D9DD1AC0E4}">
      <dgm:prSet/>
      <dgm:spPr/>
      <dgm:t>
        <a:bodyPr/>
        <a:lstStyle/>
        <a:p>
          <a:endParaRPr lang="en-US"/>
        </a:p>
      </dgm:t>
    </dgm:pt>
    <dgm:pt modelId="{3F9FD9EC-B207-4A99-A716-48550A425763}">
      <dgm:prSet/>
      <dgm:spPr/>
      <dgm:t>
        <a:bodyPr/>
        <a:lstStyle/>
        <a:p>
          <a:r>
            <a:rPr lang="en-US"/>
            <a:t>Clear expectations and transparency</a:t>
          </a:r>
        </a:p>
      </dgm:t>
    </dgm:pt>
    <dgm:pt modelId="{D8592FE0-8913-4D92-8A15-455C60B0D91F}" type="parTrans" cxnId="{929F2F24-2B99-4EE3-A633-0A7B0D2064EF}">
      <dgm:prSet/>
      <dgm:spPr/>
      <dgm:t>
        <a:bodyPr/>
        <a:lstStyle/>
        <a:p>
          <a:endParaRPr lang="en-US"/>
        </a:p>
      </dgm:t>
    </dgm:pt>
    <dgm:pt modelId="{704D7826-F549-4C1C-8437-405826C2CEA5}" type="sibTrans" cxnId="{929F2F24-2B99-4EE3-A633-0A7B0D2064EF}">
      <dgm:prSet/>
      <dgm:spPr/>
      <dgm:t>
        <a:bodyPr/>
        <a:lstStyle/>
        <a:p>
          <a:endParaRPr lang="en-US"/>
        </a:p>
      </dgm:t>
    </dgm:pt>
    <dgm:pt modelId="{FE5A2C17-6E49-41E1-B4E7-4ECF5F27578F}">
      <dgm:prSet/>
      <dgm:spPr/>
      <dgm:t>
        <a:bodyPr/>
        <a:lstStyle/>
        <a:p>
          <a:r>
            <a:rPr lang="en-US"/>
            <a:t>Flexible scheduling and fair workload distribution</a:t>
          </a:r>
        </a:p>
      </dgm:t>
    </dgm:pt>
    <dgm:pt modelId="{1B02E6A6-C1A8-4A8B-9A21-A39CD048DC71}" type="parTrans" cxnId="{CDEF929B-8B89-4260-9E65-7BE0CFDC01B3}">
      <dgm:prSet/>
      <dgm:spPr/>
      <dgm:t>
        <a:bodyPr/>
        <a:lstStyle/>
        <a:p>
          <a:endParaRPr lang="en-US"/>
        </a:p>
      </dgm:t>
    </dgm:pt>
    <dgm:pt modelId="{2872E5A9-7587-487B-9713-F60A3F085087}" type="sibTrans" cxnId="{CDEF929B-8B89-4260-9E65-7BE0CFDC01B3}">
      <dgm:prSet/>
      <dgm:spPr/>
      <dgm:t>
        <a:bodyPr/>
        <a:lstStyle/>
        <a:p>
          <a:endParaRPr lang="en-US"/>
        </a:p>
      </dgm:t>
    </dgm:pt>
    <dgm:pt modelId="{55CE53F2-A84D-47ED-9095-6C0F8DFF71E2}">
      <dgm:prSet/>
      <dgm:spPr/>
      <dgm:t>
        <a:bodyPr/>
        <a:lstStyle/>
        <a:p>
          <a:r>
            <a:rPr lang="en-US"/>
            <a:t>Blameless postmortems</a:t>
          </a:r>
        </a:p>
      </dgm:t>
    </dgm:pt>
    <dgm:pt modelId="{C70045D2-B58F-40CD-AA12-7502564E1D3F}" type="parTrans" cxnId="{5349FBBA-326C-465D-BB40-17A80D1917FC}">
      <dgm:prSet/>
      <dgm:spPr/>
      <dgm:t>
        <a:bodyPr/>
        <a:lstStyle/>
        <a:p>
          <a:endParaRPr lang="en-US"/>
        </a:p>
      </dgm:t>
    </dgm:pt>
    <dgm:pt modelId="{9BC46B85-AF7E-4EED-9A5B-9DC9DDAF3D81}" type="sibTrans" cxnId="{5349FBBA-326C-465D-BB40-17A80D1917FC}">
      <dgm:prSet/>
      <dgm:spPr/>
      <dgm:t>
        <a:bodyPr/>
        <a:lstStyle/>
        <a:p>
          <a:endParaRPr lang="en-US"/>
        </a:p>
      </dgm:t>
    </dgm:pt>
    <dgm:pt modelId="{4FDC2B7E-2BD0-4189-9AF9-C21286CEE69B}">
      <dgm:prSet/>
      <dgm:spPr/>
      <dgm:t>
        <a:bodyPr/>
        <a:lstStyle/>
        <a:p>
          <a:r>
            <a:rPr lang="en-US"/>
            <a:t>"The goal should always be to find the problems, risks, and weaknesses in systems and solve them."(Atlassian, n.d.)</a:t>
          </a:r>
        </a:p>
      </dgm:t>
    </dgm:pt>
    <dgm:pt modelId="{3E508981-2A0C-4604-815F-2E2C76507E3F}" type="parTrans" cxnId="{8CD409DE-5DF3-486F-94B0-1C0F513275B6}">
      <dgm:prSet/>
      <dgm:spPr/>
      <dgm:t>
        <a:bodyPr/>
        <a:lstStyle/>
        <a:p>
          <a:endParaRPr lang="en-US"/>
        </a:p>
      </dgm:t>
    </dgm:pt>
    <dgm:pt modelId="{936CA2F4-2280-40FB-AC4B-5DDC1EBC211F}" type="sibTrans" cxnId="{8CD409DE-5DF3-486F-94B0-1C0F513275B6}">
      <dgm:prSet/>
      <dgm:spPr/>
      <dgm:t>
        <a:bodyPr/>
        <a:lstStyle/>
        <a:p>
          <a:endParaRPr lang="en-US"/>
        </a:p>
      </dgm:t>
    </dgm:pt>
    <dgm:pt modelId="{92DAEDA4-DCD9-4F81-843B-272AAF833C65}" type="pres">
      <dgm:prSet presAssocID="{9B600272-A05E-42EB-B73F-54DB8BDBF39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12397E4-975D-4DD5-94B7-74861A70653B}" type="pres">
      <dgm:prSet presAssocID="{D0FF190D-AB4D-4A5F-937E-A137B58B432C}" presName="root1" presStyleCnt="0"/>
      <dgm:spPr/>
    </dgm:pt>
    <dgm:pt modelId="{A8629540-B5A8-4665-A8A4-76BB700F844A}" type="pres">
      <dgm:prSet presAssocID="{D0FF190D-AB4D-4A5F-937E-A137B58B432C}" presName="LevelOneTextNode" presStyleLbl="node0" presStyleIdx="0" presStyleCnt="2">
        <dgm:presLayoutVars>
          <dgm:chPref val="3"/>
        </dgm:presLayoutVars>
      </dgm:prSet>
      <dgm:spPr/>
    </dgm:pt>
    <dgm:pt modelId="{F94A43B5-8849-415C-B297-10967E80EF39}" type="pres">
      <dgm:prSet presAssocID="{D0FF190D-AB4D-4A5F-937E-A137B58B432C}" presName="level2hierChild" presStyleCnt="0"/>
      <dgm:spPr/>
    </dgm:pt>
    <dgm:pt modelId="{B1A961FB-71EA-440D-8B3D-D30BD31B5E00}" type="pres">
      <dgm:prSet presAssocID="{D8592FE0-8913-4D92-8A15-455C60B0D91F}" presName="conn2-1" presStyleLbl="parChTrans1D2" presStyleIdx="0" presStyleCnt="3"/>
      <dgm:spPr/>
    </dgm:pt>
    <dgm:pt modelId="{380D559C-B651-4A25-BAED-5D7CE9629CA4}" type="pres">
      <dgm:prSet presAssocID="{D8592FE0-8913-4D92-8A15-455C60B0D91F}" presName="connTx" presStyleLbl="parChTrans1D2" presStyleIdx="0" presStyleCnt="3"/>
      <dgm:spPr/>
    </dgm:pt>
    <dgm:pt modelId="{5361044B-0726-4173-9361-881D9B285577}" type="pres">
      <dgm:prSet presAssocID="{3F9FD9EC-B207-4A99-A716-48550A425763}" presName="root2" presStyleCnt="0"/>
      <dgm:spPr/>
    </dgm:pt>
    <dgm:pt modelId="{6A24F58C-03F7-425D-A970-37CEDFCCC280}" type="pres">
      <dgm:prSet presAssocID="{3F9FD9EC-B207-4A99-A716-48550A425763}" presName="LevelTwoTextNode" presStyleLbl="node2" presStyleIdx="0" presStyleCnt="3">
        <dgm:presLayoutVars>
          <dgm:chPref val="3"/>
        </dgm:presLayoutVars>
      </dgm:prSet>
      <dgm:spPr/>
    </dgm:pt>
    <dgm:pt modelId="{0C4D432F-D611-4F7A-BB65-88FD65C39B66}" type="pres">
      <dgm:prSet presAssocID="{3F9FD9EC-B207-4A99-A716-48550A425763}" presName="level3hierChild" presStyleCnt="0"/>
      <dgm:spPr/>
    </dgm:pt>
    <dgm:pt modelId="{AD1B9060-4F20-4EFD-862E-C0FDB1F541DA}" type="pres">
      <dgm:prSet presAssocID="{1B02E6A6-C1A8-4A8B-9A21-A39CD048DC71}" presName="conn2-1" presStyleLbl="parChTrans1D2" presStyleIdx="1" presStyleCnt="3"/>
      <dgm:spPr/>
    </dgm:pt>
    <dgm:pt modelId="{087FAB2F-AAE7-44B4-835D-439C2FCD06A4}" type="pres">
      <dgm:prSet presAssocID="{1B02E6A6-C1A8-4A8B-9A21-A39CD048DC71}" presName="connTx" presStyleLbl="parChTrans1D2" presStyleIdx="1" presStyleCnt="3"/>
      <dgm:spPr/>
    </dgm:pt>
    <dgm:pt modelId="{02C4839E-4E72-4F31-A859-4A7DF8B1E343}" type="pres">
      <dgm:prSet presAssocID="{FE5A2C17-6E49-41E1-B4E7-4ECF5F27578F}" presName="root2" presStyleCnt="0"/>
      <dgm:spPr/>
    </dgm:pt>
    <dgm:pt modelId="{0603A523-A4F3-4214-9D8C-A82ED928753C}" type="pres">
      <dgm:prSet presAssocID="{FE5A2C17-6E49-41E1-B4E7-4ECF5F27578F}" presName="LevelTwoTextNode" presStyleLbl="node2" presStyleIdx="1" presStyleCnt="3">
        <dgm:presLayoutVars>
          <dgm:chPref val="3"/>
        </dgm:presLayoutVars>
      </dgm:prSet>
      <dgm:spPr/>
    </dgm:pt>
    <dgm:pt modelId="{7034BDC6-0BBA-45CA-8C47-FFB4D31FCF3A}" type="pres">
      <dgm:prSet presAssocID="{FE5A2C17-6E49-41E1-B4E7-4ECF5F27578F}" presName="level3hierChild" presStyleCnt="0"/>
      <dgm:spPr/>
    </dgm:pt>
    <dgm:pt modelId="{8D1FDE64-C635-47E3-AA4B-366B3ECB4D60}" type="pres">
      <dgm:prSet presAssocID="{C70045D2-B58F-40CD-AA12-7502564E1D3F}" presName="conn2-1" presStyleLbl="parChTrans1D2" presStyleIdx="2" presStyleCnt="3"/>
      <dgm:spPr/>
    </dgm:pt>
    <dgm:pt modelId="{7668B331-CB2D-4E2C-9B35-C84CC095FD22}" type="pres">
      <dgm:prSet presAssocID="{C70045D2-B58F-40CD-AA12-7502564E1D3F}" presName="connTx" presStyleLbl="parChTrans1D2" presStyleIdx="2" presStyleCnt="3"/>
      <dgm:spPr/>
    </dgm:pt>
    <dgm:pt modelId="{69C2DDDF-8A15-411B-8B77-703172DA204A}" type="pres">
      <dgm:prSet presAssocID="{55CE53F2-A84D-47ED-9095-6C0F8DFF71E2}" presName="root2" presStyleCnt="0"/>
      <dgm:spPr/>
    </dgm:pt>
    <dgm:pt modelId="{35BB3AC7-8604-4DD5-BC8A-F5653E6BE41E}" type="pres">
      <dgm:prSet presAssocID="{55CE53F2-A84D-47ED-9095-6C0F8DFF71E2}" presName="LevelTwoTextNode" presStyleLbl="node2" presStyleIdx="2" presStyleCnt="3">
        <dgm:presLayoutVars>
          <dgm:chPref val="3"/>
        </dgm:presLayoutVars>
      </dgm:prSet>
      <dgm:spPr/>
    </dgm:pt>
    <dgm:pt modelId="{3D103995-CD2B-4A14-B1E5-59DFB5699B06}" type="pres">
      <dgm:prSet presAssocID="{55CE53F2-A84D-47ED-9095-6C0F8DFF71E2}" presName="level3hierChild" presStyleCnt="0"/>
      <dgm:spPr/>
    </dgm:pt>
    <dgm:pt modelId="{2009345F-638C-4A8C-8B3D-2EF9E0627259}" type="pres">
      <dgm:prSet presAssocID="{4FDC2B7E-2BD0-4189-9AF9-C21286CEE69B}" presName="root1" presStyleCnt="0"/>
      <dgm:spPr/>
    </dgm:pt>
    <dgm:pt modelId="{E41D430D-DF08-4A9B-AB8B-3F955262D2D6}" type="pres">
      <dgm:prSet presAssocID="{4FDC2B7E-2BD0-4189-9AF9-C21286CEE69B}" presName="LevelOneTextNode" presStyleLbl="node0" presStyleIdx="1" presStyleCnt="2">
        <dgm:presLayoutVars>
          <dgm:chPref val="3"/>
        </dgm:presLayoutVars>
      </dgm:prSet>
      <dgm:spPr/>
    </dgm:pt>
    <dgm:pt modelId="{996078B4-CF1A-434D-84FC-F011C10CE121}" type="pres">
      <dgm:prSet presAssocID="{4FDC2B7E-2BD0-4189-9AF9-C21286CEE69B}" presName="level2hierChild" presStyleCnt="0"/>
      <dgm:spPr/>
    </dgm:pt>
  </dgm:ptLst>
  <dgm:cxnLst>
    <dgm:cxn modelId="{E6A5300C-B04B-4F76-A784-E69DFFCA343A}" type="presOf" srcId="{D8592FE0-8913-4D92-8A15-455C60B0D91F}" destId="{B1A961FB-71EA-440D-8B3D-D30BD31B5E00}" srcOrd="0" destOrd="0" presId="urn:microsoft.com/office/officeart/2005/8/layout/hierarchy2"/>
    <dgm:cxn modelId="{198E691C-C9FB-487E-A271-ABB1D4066388}" type="presOf" srcId="{4FDC2B7E-2BD0-4189-9AF9-C21286CEE69B}" destId="{E41D430D-DF08-4A9B-AB8B-3F955262D2D6}" srcOrd="0" destOrd="0" presId="urn:microsoft.com/office/officeart/2005/8/layout/hierarchy2"/>
    <dgm:cxn modelId="{929F2F24-2B99-4EE3-A633-0A7B0D2064EF}" srcId="{D0FF190D-AB4D-4A5F-937E-A137B58B432C}" destId="{3F9FD9EC-B207-4A99-A716-48550A425763}" srcOrd="0" destOrd="0" parTransId="{D8592FE0-8913-4D92-8A15-455C60B0D91F}" sibTransId="{704D7826-F549-4C1C-8437-405826C2CEA5}"/>
    <dgm:cxn modelId="{D43B9E3A-1766-4F76-AC72-27D91D1408D9}" type="presOf" srcId="{D0FF190D-AB4D-4A5F-937E-A137B58B432C}" destId="{A8629540-B5A8-4665-A8A4-76BB700F844A}" srcOrd="0" destOrd="0" presId="urn:microsoft.com/office/officeart/2005/8/layout/hierarchy2"/>
    <dgm:cxn modelId="{E3B0CB60-B3C7-4CDA-98E7-34FFEE0EB8AD}" type="presOf" srcId="{3F9FD9EC-B207-4A99-A716-48550A425763}" destId="{6A24F58C-03F7-425D-A970-37CEDFCCC280}" srcOrd="0" destOrd="0" presId="urn:microsoft.com/office/officeart/2005/8/layout/hierarchy2"/>
    <dgm:cxn modelId="{BBC43449-F014-4414-B747-C58400744A31}" type="presOf" srcId="{C70045D2-B58F-40CD-AA12-7502564E1D3F}" destId="{7668B331-CB2D-4E2C-9B35-C84CC095FD22}" srcOrd="1" destOrd="0" presId="urn:microsoft.com/office/officeart/2005/8/layout/hierarchy2"/>
    <dgm:cxn modelId="{BB28F470-CED9-45E8-B796-A15BF099524B}" type="presOf" srcId="{1B02E6A6-C1A8-4A8B-9A21-A39CD048DC71}" destId="{087FAB2F-AAE7-44B4-835D-439C2FCD06A4}" srcOrd="1" destOrd="0" presId="urn:microsoft.com/office/officeart/2005/8/layout/hierarchy2"/>
    <dgm:cxn modelId="{D4026D79-208F-48B3-AB31-F5D10C737879}" type="presOf" srcId="{9B600272-A05E-42EB-B73F-54DB8BDBF396}" destId="{92DAEDA4-DCD9-4F81-843B-272AAF833C65}" srcOrd="0" destOrd="0" presId="urn:microsoft.com/office/officeart/2005/8/layout/hierarchy2"/>
    <dgm:cxn modelId="{CDEF929B-8B89-4260-9E65-7BE0CFDC01B3}" srcId="{D0FF190D-AB4D-4A5F-937E-A137B58B432C}" destId="{FE5A2C17-6E49-41E1-B4E7-4ECF5F27578F}" srcOrd="1" destOrd="0" parTransId="{1B02E6A6-C1A8-4A8B-9A21-A39CD048DC71}" sibTransId="{2872E5A9-7587-487B-9713-F60A3F085087}"/>
    <dgm:cxn modelId="{7A4560A5-3452-40B8-A09C-2DCBC09B35ED}" type="presOf" srcId="{C70045D2-B58F-40CD-AA12-7502564E1D3F}" destId="{8D1FDE64-C635-47E3-AA4B-366B3ECB4D60}" srcOrd="0" destOrd="0" presId="urn:microsoft.com/office/officeart/2005/8/layout/hierarchy2"/>
    <dgm:cxn modelId="{BA1581B0-8567-426A-BECE-66904D8BD0D6}" type="presOf" srcId="{1B02E6A6-C1A8-4A8B-9A21-A39CD048DC71}" destId="{AD1B9060-4F20-4EFD-862E-C0FDB1F541DA}" srcOrd="0" destOrd="0" presId="urn:microsoft.com/office/officeart/2005/8/layout/hierarchy2"/>
    <dgm:cxn modelId="{BBA9A1B0-401B-4117-9A53-B2D9DD1AC0E4}" srcId="{9B600272-A05E-42EB-B73F-54DB8BDBF396}" destId="{D0FF190D-AB4D-4A5F-937E-A137B58B432C}" srcOrd="0" destOrd="0" parTransId="{976393B0-F699-42A8-9562-0D109878897E}" sibTransId="{149B360A-C615-4DA2-98CB-77FA4E7AD154}"/>
    <dgm:cxn modelId="{5349FBBA-326C-465D-BB40-17A80D1917FC}" srcId="{D0FF190D-AB4D-4A5F-937E-A137B58B432C}" destId="{55CE53F2-A84D-47ED-9095-6C0F8DFF71E2}" srcOrd="2" destOrd="0" parTransId="{C70045D2-B58F-40CD-AA12-7502564E1D3F}" sibTransId="{9BC46B85-AF7E-4EED-9A5B-9DC9DDAF3D81}"/>
    <dgm:cxn modelId="{8CD409DE-5DF3-486F-94B0-1C0F513275B6}" srcId="{9B600272-A05E-42EB-B73F-54DB8BDBF396}" destId="{4FDC2B7E-2BD0-4189-9AF9-C21286CEE69B}" srcOrd="1" destOrd="0" parTransId="{3E508981-2A0C-4604-815F-2E2C76507E3F}" sibTransId="{936CA2F4-2280-40FB-AC4B-5DDC1EBC211F}"/>
    <dgm:cxn modelId="{7E6540F4-AD70-4FA8-9C18-7FB885A274BD}" type="presOf" srcId="{D8592FE0-8913-4D92-8A15-455C60B0D91F}" destId="{380D559C-B651-4A25-BAED-5D7CE9629CA4}" srcOrd="1" destOrd="0" presId="urn:microsoft.com/office/officeart/2005/8/layout/hierarchy2"/>
    <dgm:cxn modelId="{25C1EDF9-EBD0-4D1D-9E93-D18DFD895723}" type="presOf" srcId="{FE5A2C17-6E49-41E1-B4E7-4ECF5F27578F}" destId="{0603A523-A4F3-4214-9D8C-A82ED928753C}" srcOrd="0" destOrd="0" presId="urn:microsoft.com/office/officeart/2005/8/layout/hierarchy2"/>
    <dgm:cxn modelId="{1223EDFE-ED07-4282-8101-71E75BC1E3F4}" type="presOf" srcId="{55CE53F2-A84D-47ED-9095-6C0F8DFF71E2}" destId="{35BB3AC7-8604-4DD5-BC8A-F5653E6BE41E}" srcOrd="0" destOrd="0" presId="urn:microsoft.com/office/officeart/2005/8/layout/hierarchy2"/>
    <dgm:cxn modelId="{DEA455FE-9B6D-48E9-B9C5-3392990C030A}" type="presParOf" srcId="{92DAEDA4-DCD9-4F81-843B-272AAF833C65}" destId="{012397E4-975D-4DD5-94B7-74861A70653B}" srcOrd="0" destOrd="0" presId="urn:microsoft.com/office/officeart/2005/8/layout/hierarchy2"/>
    <dgm:cxn modelId="{3E814FA7-2CBA-49EC-B7FC-04E5F9DA0040}" type="presParOf" srcId="{012397E4-975D-4DD5-94B7-74861A70653B}" destId="{A8629540-B5A8-4665-A8A4-76BB700F844A}" srcOrd="0" destOrd="0" presId="urn:microsoft.com/office/officeart/2005/8/layout/hierarchy2"/>
    <dgm:cxn modelId="{DA02CAAD-4ED6-4DE5-8EEE-73085D2BA07C}" type="presParOf" srcId="{012397E4-975D-4DD5-94B7-74861A70653B}" destId="{F94A43B5-8849-415C-B297-10967E80EF39}" srcOrd="1" destOrd="0" presId="urn:microsoft.com/office/officeart/2005/8/layout/hierarchy2"/>
    <dgm:cxn modelId="{7C67E9D0-CF99-40BA-B56C-AF7EF525E7CC}" type="presParOf" srcId="{F94A43B5-8849-415C-B297-10967E80EF39}" destId="{B1A961FB-71EA-440D-8B3D-D30BD31B5E00}" srcOrd="0" destOrd="0" presId="urn:microsoft.com/office/officeart/2005/8/layout/hierarchy2"/>
    <dgm:cxn modelId="{9274C3A0-F882-44A4-AE1D-61C987B984ED}" type="presParOf" srcId="{B1A961FB-71EA-440D-8B3D-D30BD31B5E00}" destId="{380D559C-B651-4A25-BAED-5D7CE9629CA4}" srcOrd="0" destOrd="0" presId="urn:microsoft.com/office/officeart/2005/8/layout/hierarchy2"/>
    <dgm:cxn modelId="{04E1D4F1-4BF4-411E-B1AD-36E990732E10}" type="presParOf" srcId="{F94A43B5-8849-415C-B297-10967E80EF39}" destId="{5361044B-0726-4173-9361-881D9B285577}" srcOrd="1" destOrd="0" presId="urn:microsoft.com/office/officeart/2005/8/layout/hierarchy2"/>
    <dgm:cxn modelId="{F9DAF10D-98D4-46A8-95B7-483A16697ED1}" type="presParOf" srcId="{5361044B-0726-4173-9361-881D9B285577}" destId="{6A24F58C-03F7-425D-A970-37CEDFCCC280}" srcOrd="0" destOrd="0" presId="urn:microsoft.com/office/officeart/2005/8/layout/hierarchy2"/>
    <dgm:cxn modelId="{6B2355FF-9CC6-467A-A1D0-416A4268BC40}" type="presParOf" srcId="{5361044B-0726-4173-9361-881D9B285577}" destId="{0C4D432F-D611-4F7A-BB65-88FD65C39B66}" srcOrd="1" destOrd="0" presId="urn:microsoft.com/office/officeart/2005/8/layout/hierarchy2"/>
    <dgm:cxn modelId="{EA85FA63-4632-4676-A3DC-0B434644E9BD}" type="presParOf" srcId="{F94A43B5-8849-415C-B297-10967E80EF39}" destId="{AD1B9060-4F20-4EFD-862E-C0FDB1F541DA}" srcOrd="2" destOrd="0" presId="urn:microsoft.com/office/officeart/2005/8/layout/hierarchy2"/>
    <dgm:cxn modelId="{4F076F95-CD0F-4232-AD6D-4F99F62E3152}" type="presParOf" srcId="{AD1B9060-4F20-4EFD-862E-C0FDB1F541DA}" destId="{087FAB2F-AAE7-44B4-835D-439C2FCD06A4}" srcOrd="0" destOrd="0" presId="urn:microsoft.com/office/officeart/2005/8/layout/hierarchy2"/>
    <dgm:cxn modelId="{B5CABEFC-CE3D-4BB3-95AD-8BCB03792164}" type="presParOf" srcId="{F94A43B5-8849-415C-B297-10967E80EF39}" destId="{02C4839E-4E72-4F31-A859-4A7DF8B1E343}" srcOrd="3" destOrd="0" presId="urn:microsoft.com/office/officeart/2005/8/layout/hierarchy2"/>
    <dgm:cxn modelId="{D6FE90BC-D454-4C0E-AE3A-4DA4DCF3E72C}" type="presParOf" srcId="{02C4839E-4E72-4F31-A859-4A7DF8B1E343}" destId="{0603A523-A4F3-4214-9D8C-A82ED928753C}" srcOrd="0" destOrd="0" presId="urn:microsoft.com/office/officeart/2005/8/layout/hierarchy2"/>
    <dgm:cxn modelId="{5B8E002B-6334-40C9-B4ED-0A71C9394A4C}" type="presParOf" srcId="{02C4839E-4E72-4F31-A859-4A7DF8B1E343}" destId="{7034BDC6-0BBA-45CA-8C47-FFB4D31FCF3A}" srcOrd="1" destOrd="0" presId="urn:microsoft.com/office/officeart/2005/8/layout/hierarchy2"/>
    <dgm:cxn modelId="{F33E7FD4-B25D-4E9F-9BE7-5732F89A3ECB}" type="presParOf" srcId="{F94A43B5-8849-415C-B297-10967E80EF39}" destId="{8D1FDE64-C635-47E3-AA4B-366B3ECB4D60}" srcOrd="4" destOrd="0" presId="urn:microsoft.com/office/officeart/2005/8/layout/hierarchy2"/>
    <dgm:cxn modelId="{05A7D7A3-575C-483F-9ECA-D5B0A8C0BA86}" type="presParOf" srcId="{8D1FDE64-C635-47E3-AA4B-366B3ECB4D60}" destId="{7668B331-CB2D-4E2C-9B35-C84CC095FD22}" srcOrd="0" destOrd="0" presId="urn:microsoft.com/office/officeart/2005/8/layout/hierarchy2"/>
    <dgm:cxn modelId="{7EA4BDDF-9435-4FA6-A0F5-F4B6F8870915}" type="presParOf" srcId="{F94A43B5-8849-415C-B297-10967E80EF39}" destId="{69C2DDDF-8A15-411B-8B77-703172DA204A}" srcOrd="5" destOrd="0" presId="urn:microsoft.com/office/officeart/2005/8/layout/hierarchy2"/>
    <dgm:cxn modelId="{16E354FC-8DAF-48D2-981C-02A75E18CAB1}" type="presParOf" srcId="{69C2DDDF-8A15-411B-8B77-703172DA204A}" destId="{35BB3AC7-8604-4DD5-BC8A-F5653E6BE41E}" srcOrd="0" destOrd="0" presId="urn:microsoft.com/office/officeart/2005/8/layout/hierarchy2"/>
    <dgm:cxn modelId="{89511E2F-101F-4E99-A5CB-34964A933CFB}" type="presParOf" srcId="{69C2DDDF-8A15-411B-8B77-703172DA204A}" destId="{3D103995-CD2B-4A14-B1E5-59DFB5699B06}" srcOrd="1" destOrd="0" presId="urn:microsoft.com/office/officeart/2005/8/layout/hierarchy2"/>
    <dgm:cxn modelId="{5967FC2D-B299-4091-97EA-4E0CDD8B903D}" type="presParOf" srcId="{92DAEDA4-DCD9-4F81-843B-272AAF833C65}" destId="{2009345F-638C-4A8C-8B3D-2EF9E0627259}" srcOrd="1" destOrd="0" presId="urn:microsoft.com/office/officeart/2005/8/layout/hierarchy2"/>
    <dgm:cxn modelId="{23113BA7-F292-45A9-9DC5-68CDC294ECC7}" type="presParOf" srcId="{2009345F-638C-4A8C-8B3D-2EF9E0627259}" destId="{E41D430D-DF08-4A9B-AB8B-3F955262D2D6}" srcOrd="0" destOrd="0" presId="urn:microsoft.com/office/officeart/2005/8/layout/hierarchy2"/>
    <dgm:cxn modelId="{258F0997-20C3-4F51-A64A-769F405CABEB}" type="presParOf" srcId="{2009345F-638C-4A8C-8B3D-2EF9E0627259}" destId="{996078B4-CF1A-434D-84FC-F011C10CE12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769626-7F47-47FC-904F-98929B1BB3CC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ED5346-11EC-4F0E-B6A9-91D3A036C2FD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97C31712-62BD-48CA-A74B-33A423828A2F}" type="parTrans" cxnId="{E7D5B26D-3BBA-4E13-93DA-A084CFF1653C}">
      <dgm:prSet/>
      <dgm:spPr/>
      <dgm:t>
        <a:bodyPr/>
        <a:lstStyle/>
        <a:p>
          <a:endParaRPr lang="en-US"/>
        </a:p>
      </dgm:t>
    </dgm:pt>
    <dgm:pt modelId="{63C607AF-5B55-4BD3-BC48-5762ED300B6D}" type="sibTrans" cxnId="{E7D5B26D-3BBA-4E13-93DA-A084CFF1653C}">
      <dgm:prSet/>
      <dgm:spPr/>
      <dgm:t>
        <a:bodyPr/>
        <a:lstStyle/>
        <a:p>
          <a:endParaRPr lang="en-US"/>
        </a:p>
      </dgm:t>
    </dgm:pt>
    <dgm:pt modelId="{CD5B5699-048C-4E44-8A01-3F91B9C268D9}">
      <dgm:prSet/>
      <dgm:spPr/>
      <dgm:t>
        <a:bodyPr/>
        <a:lstStyle/>
        <a:p>
          <a:r>
            <a:rPr lang="en-US"/>
            <a:t>Use scheduling tools to balance coverage and preferences</a:t>
          </a:r>
        </a:p>
      </dgm:t>
    </dgm:pt>
    <dgm:pt modelId="{F621A967-6F59-4211-BD95-1FD88E8432A3}" type="parTrans" cxnId="{1CA01B8E-651E-4B9D-87BB-170994113080}">
      <dgm:prSet/>
      <dgm:spPr/>
      <dgm:t>
        <a:bodyPr/>
        <a:lstStyle/>
        <a:p>
          <a:endParaRPr lang="en-US"/>
        </a:p>
      </dgm:t>
    </dgm:pt>
    <dgm:pt modelId="{46BFF72D-EFC0-48CE-88B4-A3A6CF5F0C58}" type="sibTrans" cxnId="{1CA01B8E-651E-4B9D-87BB-170994113080}">
      <dgm:prSet/>
      <dgm:spPr/>
      <dgm:t>
        <a:bodyPr/>
        <a:lstStyle/>
        <a:p>
          <a:endParaRPr lang="en-US"/>
        </a:p>
      </dgm:t>
    </dgm:pt>
    <dgm:pt modelId="{20FF0C6E-1196-422A-B7EB-9AAC948840D0}">
      <dgm:prSet/>
      <dgm:spPr/>
      <dgm:t>
        <a:bodyPr/>
        <a:lstStyle/>
        <a:p>
          <a:r>
            <a:rPr lang="en-US"/>
            <a:t>Avoid long shifts</a:t>
          </a:r>
        </a:p>
      </dgm:t>
    </dgm:pt>
    <dgm:pt modelId="{E833C0E1-263A-4748-B0D8-F1AEDF1EB927}" type="parTrans" cxnId="{9C3E5C65-3C21-47E5-B790-1C2C1B8F8811}">
      <dgm:prSet/>
      <dgm:spPr/>
      <dgm:t>
        <a:bodyPr/>
        <a:lstStyle/>
        <a:p>
          <a:endParaRPr lang="en-US"/>
        </a:p>
      </dgm:t>
    </dgm:pt>
    <dgm:pt modelId="{5453C6E5-BEC0-4678-A50F-CC44BE6CDC32}" type="sibTrans" cxnId="{9C3E5C65-3C21-47E5-B790-1C2C1B8F8811}">
      <dgm:prSet/>
      <dgm:spPr/>
      <dgm:t>
        <a:bodyPr/>
        <a:lstStyle/>
        <a:p>
          <a:endParaRPr lang="en-US"/>
        </a:p>
      </dgm:t>
    </dgm:pt>
    <dgm:pt modelId="{044843A9-9E39-4BEF-8A48-5130F565E0BE}">
      <dgm:prSet/>
      <dgm:spPr/>
      <dgm:t>
        <a:bodyPr/>
        <a:lstStyle/>
        <a:p>
          <a:r>
            <a:rPr lang="en-US"/>
            <a:t>Enable shift swaps</a:t>
          </a:r>
        </a:p>
      </dgm:t>
    </dgm:pt>
    <dgm:pt modelId="{F992CE2E-EE13-461E-BEC2-4E04F3DD10F4}" type="parTrans" cxnId="{E15BCB4F-9EB0-4133-B33C-A6CA6588CFE1}">
      <dgm:prSet/>
      <dgm:spPr/>
      <dgm:t>
        <a:bodyPr/>
        <a:lstStyle/>
        <a:p>
          <a:endParaRPr lang="en-US"/>
        </a:p>
      </dgm:t>
    </dgm:pt>
    <dgm:pt modelId="{31412913-24E6-4B90-95BC-85EB411AA80E}" type="sibTrans" cxnId="{E15BCB4F-9EB0-4133-B33C-A6CA6588CFE1}">
      <dgm:prSet/>
      <dgm:spPr/>
      <dgm:t>
        <a:bodyPr/>
        <a:lstStyle/>
        <a:p>
          <a:endParaRPr lang="en-US"/>
        </a:p>
      </dgm:t>
    </dgm:pt>
    <dgm:pt modelId="{63639A35-55FF-4CED-B03C-447CFCD7DAAF}">
      <dgm:prSet/>
      <dgm:spPr/>
      <dgm:t>
        <a:bodyPr/>
        <a:lstStyle/>
        <a:p>
          <a:r>
            <a:rPr lang="en-US"/>
            <a:t>"12-hour shifts maximum… Shorter shifts are better for the mental health of your engineers."(Cook et al., n.d.)</a:t>
          </a:r>
        </a:p>
      </dgm:t>
    </dgm:pt>
    <dgm:pt modelId="{72623375-C73D-4726-B8CE-82F196706839}" type="parTrans" cxnId="{EEC1ECE6-7295-4FF5-AB63-E62FF1B38EE7}">
      <dgm:prSet/>
      <dgm:spPr/>
      <dgm:t>
        <a:bodyPr/>
        <a:lstStyle/>
        <a:p>
          <a:endParaRPr lang="en-US"/>
        </a:p>
      </dgm:t>
    </dgm:pt>
    <dgm:pt modelId="{07F49B51-FE14-4EA3-91D9-12BBBBFF3525}" type="sibTrans" cxnId="{EEC1ECE6-7295-4FF5-AB63-E62FF1B38EE7}">
      <dgm:prSet/>
      <dgm:spPr/>
      <dgm:t>
        <a:bodyPr/>
        <a:lstStyle/>
        <a:p>
          <a:endParaRPr lang="en-US"/>
        </a:p>
      </dgm:t>
    </dgm:pt>
    <dgm:pt modelId="{2F541DA1-E28B-49E5-B38C-DAA81E2F5364}" type="pres">
      <dgm:prSet presAssocID="{F4769626-7F47-47FC-904F-98929B1BB3CC}" presName="Name0" presStyleCnt="0">
        <dgm:presLayoutVars>
          <dgm:dir/>
          <dgm:animLvl val="lvl"/>
          <dgm:resizeHandles val="exact"/>
        </dgm:presLayoutVars>
      </dgm:prSet>
      <dgm:spPr/>
    </dgm:pt>
    <dgm:pt modelId="{70B93E42-EA38-43D2-99CB-C62BBEDFD838}" type="pres">
      <dgm:prSet presAssocID="{63639A35-55FF-4CED-B03C-447CFCD7DAAF}" presName="boxAndChildren" presStyleCnt="0"/>
      <dgm:spPr/>
    </dgm:pt>
    <dgm:pt modelId="{53569A90-E28B-43D8-949E-3C01F82BCB1B}" type="pres">
      <dgm:prSet presAssocID="{63639A35-55FF-4CED-B03C-447CFCD7DAAF}" presName="parentTextBox" presStyleLbl="node1" presStyleIdx="0" presStyleCnt="2"/>
      <dgm:spPr/>
    </dgm:pt>
    <dgm:pt modelId="{703A6718-28E9-4A27-B9AD-6BB8308ACD36}" type="pres">
      <dgm:prSet presAssocID="{63C607AF-5B55-4BD3-BC48-5762ED300B6D}" presName="sp" presStyleCnt="0"/>
      <dgm:spPr/>
    </dgm:pt>
    <dgm:pt modelId="{6FC75423-30DA-4CE2-B792-734CD3C76D0D}" type="pres">
      <dgm:prSet presAssocID="{E7ED5346-11EC-4F0E-B6A9-91D3A036C2FD}" presName="arrowAndChildren" presStyleCnt="0"/>
      <dgm:spPr/>
    </dgm:pt>
    <dgm:pt modelId="{5D5AE7A8-5990-4B90-A0B3-00819F5D10A6}" type="pres">
      <dgm:prSet presAssocID="{E7ED5346-11EC-4F0E-B6A9-91D3A036C2FD}" presName="parentTextArrow" presStyleLbl="node1" presStyleIdx="0" presStyleCnt="2"/>
      <dgm:spPr/>
    </dgm:pt>
    <dgm:pt modelId="{7D103A0C-9267-439D-B40A-6CB8989720FC}" type="pres">
      <dgm:prSet presAssocID="{E7ED5346-11EC-4F0E-B6A9-91D3A036C2FD}" presName="arrow" presStyleLbl="node1" presStyleIdx="1" presStyleCnt="2"/>
      <dgm:spPr/>
    </dgm:pt>
    <dgm:pt modelId="{BBFB4FDD-884E-462D-85CA-1EBB5427E261}" type="pres">
      <dgm:prSet presAssocID="{E7ED5346-11EC-4F0E-B6A9-91D3A036C2FD}" presName="descendantArrow" presStyleCnt="0"/>
      <dgm:spPr/>
    </dgm:pt>
    <dgm:pt modelId="{E3668818-DD16-4A50-BCFB-A2029DB7695A}" type="pres">
      <dgm:prSet presAssocID="{CD5B5699-048C-4E44-8A01-3F91B9C268D9}" presName="childTextArrow" presStyleLbl="fgAccFollowNode1" presStyleIdx="0" presStyleCnt="3">
        <dgm:presLayoutVars>
          <dgm:bulletEnabled val="1"/>
        </dgm:presLayoutVars>
      </dgm:prSet>
      <dgm:spPr/>
    </dgm:pt>
    <dgm:pt modelId="{98D26EF4-9283-4C45-8586-6997DF476B56}" type="pres">
      <dgm:prSet presAssocID="{20FF0C6E-1196-422A-B7EB-9AAC948840D0}" presName="childTextArrow" presStyleLbl="fgAccFollowNode1" presStyleIdx="1" presStyleCnt="3">
        <dgm:presLayoutVars>
          <dgm:bulletEnabled val="1"/>
        </dgm:presLayoutVars>
      </dgm:prSet>
      <dgm:spPr/>
    </dgm:pt>
    <dgm:pt modelId="{E645E8B7-285F-4EC2-8AA8-F31F52BA789A}" type="pres">
      <dgm:prSet presAssocID="{044843A9-9E39-4BEF-8A48-5130F565E0BE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390F150E-ECC7-4DD5-B1FE-56FD4569A108}" type="presOf" srcId="{044843A9-9E39-4BEF-8A48-5130F565E0BE}" destId="{E645E8B7-285F-4EC2-8AA8-F31F52BA789A}" srcOrd="0" destOrd="0" presId="urn:microsoft.com/office/officeart/2005/8/layout/process4"/>
    <dgm:cxn modelId="{7D5FE129-6279-4104-A7F1-C6EF54E20878}" type="presOf" srcId="{F4769626-7F47-47FC-904F-98929B1BB3CC}" destId="{2F541DA1-E28B-49E5-B38C-DAA81E2F5364}" srcOrd="0" destOrd="0" presId="urn:microsoft.com/office/officeart/2005/8/layout/process4"/>
    <dgm:cxn modelId="{BDEE893B-FF70-4D8C-B252-FBF91052B460}" type="presOf" srcId="{63639A35-55FF-4CED-B03C-447CFCD7DAAF}" destId="{53569A90-E28B-43D8-949E-3C01F82BCB1B}" srcOrd="0" destOrd="0" presId="urn:microsoft.com/office/officeart/2005/8/layout/process4"/>
    <dgm:cxn modelId="{9C3E5C65-3C21-47E5-B790-1C2C1B8F8811}" srcId="{E7ED5346-11EC-4F0E-B6A9-91D3A036C2FD}" destId="{20FF0C6E-1196-422A-B7EB-9AAC948840D0}" srcOrd="1" destOrd="0" parTransId="{E833C0E1-263A-4748-B0D8-F1AEDF1EB927}" sibTransId="{5453C6E5-BEC0-4678-A50F-CC44BE6CDC32}"/>
    <dgm:cxn modelId="{E7D5B26D-3BBA-4E13-93DA-A084CFF1653C}" srcId="{F4769626-7F47-47FC-904F-98929B1BB3CC}" destId="{E7ED5346-11EC-4F0E-B6A9-91D3A036C2FD}" srcOrd="0" destOrd="0" parTransId="{97C31712-62BD-48CA-A74B-33A423828A2F}" sibTransId="{63C607AF-5B55-4BD3-BC48-5762ED300B6D}"/>
    <dgm:cxn modelId="{E15BCB4F-9EB0-4133-B33C-A6CA6588CFE1}" srcId="{E7ED5346-11EC-4F0E-B6A9-91D3A036C2FD}" destId="{044843A9-9E39-4BEF-8A48-5130F565E0BE}" srcOrd="2" destOrd="0" parTransId="{F992CE2E-EE13-461E-BEC2-4E04F3DD10F4}" sibTransId="{31412913-24E6-4B90-95BC-85EB411AA80E}"/>
    <dgm:cxn modelId="{8BE88953-AE64-464C-A7E5-0FE8CB2B1C2D}" type="presOf" srcId="{E7ED5346-11EC-4F0E-B6A9-91D3A036C2FD}" destId="{7D103A0C-9267-439D-B40A-6CB8989720FC}" srcOrd="1" destOrd="0" presId="urn:microsoft.com/office/officeart/2005/8/layout/process4"/>
    <dgm:cxn modelId="{C9265681-2434-4EAF-A712-7C9C838BD711}" type="presOf" srcId="{E7ED5346-11EC-4F0E-B6A9-91D3A036C2FD}" destId="{5D5AE7A8-5990-4B90-A0B3-00819F5D10A6}" srcOrd="0" destOrd="0" presId="urn:microsoft.com/office/officeart/2005/8/layout/process4"/>
    <dgm:cxn modelId="{1CA01B8E-651E-4B9D-87BB-170994113080}" srcId="{E7ED5346-11EC-4F0E-B6A9-91D3A036C2FD}" destId="{CD5B5699-048C-4E44-8A01-3F91B9C268D9}" srcOrd="0" destOrd="0" parTransId="{F621A967-6F59-4211-BD95-1FD88E8432A3}" sibTransId="{46BFF72D-EFC0-48CE-88B4-A3A6CF5F0C58}"/>
    <dgm:cxn modelId="{BAD67FBD-B2D9-4AAB-83D8-FC1FBAD520BB}" type="presOf" srcId="{CD5B5699-048C-4E44-8A01-3F91B9C268D9}" destId="{E3668818-DD16-4A50-BCFB-A2029DB7695A}" srcOrd="0" destOrd="0" presId="urn:microsoft.com/office/officeart/2005/8/layout/process4"/>
    <dgm:cxn modelId="{AF1D7BD0-0F7C-47DC-A353-6AE34C256097}" type="presOf" srcId="{20FF0C6E-1196-422A-B7EB-9AAC948840D0}" destId="{98D26EF4-9283-4C45-8586-6997DF476B56}" srcOrd="0" destOrd="0" presId="urn:microsoft.com/office/officeart/2005/8/layout/process4"/>
    <dgm:cxn modelId="{EEC1ECE6-7295-4FF5-AB63-E62FF1B38EE7}" srcId="{F4769626-7F47-47FC-904F-98929B1BB3CC}" destId="{63639A35-55FF-4CED-B03C-447CFCD7DAAF}" srcOrd="1" destOrd="0" parTransId="{72623375-C73D-4726-B8CE-82F196706839}" sibTransId="{07F49B51-FE14-4EA3-91D9-12BBBBFF3525}"/>
    <dgm:cxn modelId="{6CD3CD49-150E-48D9-A638-7D22DE933C54}" type="presParOf" srcId="{2F541DA1-E28B-49E5-B38C-DAA81E2F5364}" destId="{70B93E42-EA38-43D2-99CB-C62BBEDFD838}" srcOrd="0" destOrd="0" presId="urn:microsoft.com/office/officeart/2005/8/layout/process4"/>
    <dgm:cxn modelId="{81D75076-1891-40A5-B654-52B551677CBC}" type="presParOf" srcId="{70B93E42-EA38-43D2-99CB-C62BBEDFD838}" destId="{53569A90-E28B-43D8-949E-3C01F82BCB1B}" srcOrd="0" destOrd="0" presId="urn:microsoft.com/office/officeart/2005/8/layout/process4"/>
    <dgm:cxn modelId="{4DBB6CCC-EF41-48AD-91E8-CFC647A16780}" type="presParOf" srcId="{2F541DA1-E28B-49E5-B38C-DAA81E2F5364}" destId="{703A6718-28E9-4A27-B9AD-6BB8308ACD36}" srcOrd="1" destOrd="0" presId="urn:microsoft.com/office/officeart/2005/8/layout/process4"/>
    <dgm:cxn modelId="{D3F8B847-60E9-4F4E-820F-9A24983503FB}" type="presParOf" srcId="{2F541DA1-E28B-49E5-B38C-DAA81E2F5364}" destId="{6FC75423-30DA-4CE2-B792-734CD3C76D0D}" srcOrd="2" destOrd="0" presId="urn:microsoft.com/office/officeart/2005/8/layout/process4"/>
    <dgm:cxn modelId="{8613F644-C527-49E6-A0C2-B87646BCEF18}" type="presParOf" srcId="{6FC75423-30DA-4CE2-B792-734CD3C76D0D}" destId="{5D5AE7A8-5990-4B90-A0B3-00819F5D10A6}" srcOrd="0" destOrd="0" presId="urn:microsoft.com/office/officeart/2005/8/layout/process4"/>
    <dgm:cxn modelId="{CC1CCE96-D7A0-40E6-BAC1-5AFE7D8CCB69}" type="presParOf" srcId="{6FC75423-30DA-4CE2-B792-734CD3C76D0D}" destId="{7D103A0C-9267-439D-B40A-6CB8989720FC}" srcOrd="1" destOrd="0" presId="urn:microsoft.com/office/officeart/2005/8/layout/process4"/>
    <dgm:cxn modelId="{0505EB86-F9D0-40B9-BAFF-8D05BC2177C9}" type="presParOf" srcId="{6FC75423-30DA-4CE2-B792-734CD3C76D0D}" destId="{BBFB4FDD-884E-462D-85CA-1EBB5427E261}" srcOrd="2" destOrd="0" presId="urn:microsoft.com/office/officeart/2005/8/layout/process4"/>
    <dgm:cxn modelId="{36FB1FE0-A5A8-49E7-AA6F-4640C50A8A20}" type="presParOf" srcId="{BBFB4FDD-884E-462D-85CA-1EBB5427E261}" destId="{E3668818-DD16-4A50-BCFB-A2029DB7695A}" srcOrd="0" destOrd="0" presId="urn:microsoft.com/office/officeart/2005/8/layout/process4"/>
    <dgm:cxn modelId="{32C746B2-E2EF-40CA-A872-00633FFCC8FA}" type="presParOf" srcId="{BBFB4FDD-884E-462D-85CA-1EBB5427E261}" destId="{98D26EF4-9283-4C45-8586-6997DF476B56}" srcOrd="1" destOrd="0" presId="urn:microsoft.com/office/officeart/2005/8/layout/process4"/>
    <dgm:cxn modelId="{606E4162-EDE5-497C-98F1-10E021BD7E81}" type="presParOf" srcId="{BBFB4FDD-884E-462D-85CA-1EBB5427E261}" destId="{E645E8B7-285F-4EC2-8AA8-F31F52BA789A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18E2D2-ECA8-4287-B92B-1320EC590FA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9FB215-CDA9-4F9B-B903-7A22ABDD4AB6}">
      <dgm:prSet/>
      <dgm:spPr/>
      <dgm:t>
        <a:bodyPr/>
        <a:lstStyle/>
        <a:p>
          <a:pPr>
            <a:defRPr b="1"/>
          </a:pPr>
          <a:r>
            <a:rPr lang="en-US"/>
            <a:t>Tips:</a:t>
          </a:r>
        </a:p>
      </dgm:t>
    </dgm:pt>
    <dgm:pt modelId="{962E6BDF-A987-49F7-BE21-A65F55220FF8}" type="parTrans" cxnId="{F0FFC93A-CD95-4EE9-ADFB-3E608BE95060}">
      <dgm:prSet/>
      <dgm:spPr/>
      <dgm:t>
        <a:bodyPr/>
        <a:lstStyle/>
        <a:p>
          <a:endParaRPr lang="en-US"/>
        </a:p>
      </dgm:t>
    </dgm:pt>
    <dgm:pt modelId="{FAAB4F38-83EB-4B6A-9E26-18E3C732D9B6}" type="sibTrans" cxnId="{F0FFC93A-CD95-4EE9-ADFB-3E608BE95060}">
      <dgm:prSet/>
      <dgm:spPr/>
      <dgm:t>
        <a:bodyPr/>
        <a:lstStyle/>
        <a:p>
          <a:endParaRPr lang="en-US"/>
        </a:p>
      </dgm:t>
    </dgm:pt>
    <dgm:pt modelId="{9D93250C-4CF2-4E4E-A36C-D3E22A48E1AF}">
      <dgm:prSet/>
      <dgm:spPr/>
      <dgm:t>
        <a:bodyPr/>
        <a:lstStyle/>
        <a:p>
          <a:r>
            <a:rPr lang="en-US"/>
            <a:t>Regularly review metrics and incident reports</a:t>
          </a:r>
        </a:p>
      </dgm:t>
    </dgm:pt>
    <dgm:pt modelId="{FB8AE3B4-B463-4750-B868-7D28FED4968D}" type="parTrans" cxnId="{748758F6-A99E-4313-8F8B-48786FCBFF9F}">
      <dgm:prSet/>
      <dgm:spPr/>
      <dgm:t>
        <a:bodyPr/>
        <a:lstStyle/>
        <a:p>
          <a:endParaRPr lang="en-US"/>
        </a:p>
      </dgm:t>
    </dgm:pt>
    <dgm:pt modelId="{D207839A-A1E4-4565-BCEE-97603A70EAE4}" type="sibTrans" cxnId="{748758F6-A99E-4313-8F8B-48786FCBFF9F}">
      <dgm:prSet/>
      <dgm:spPr/>
      <dgm:t>
        <a:bodyPr/>
        <a:lstStyle/>
        <a:p>
          <a:endParaRPr lang="en-US"/>
        </a:p>
      </dgm:t>
    </dgm:pt>
    <dgm:pt modelId="{BADC55BD-8955-4200-87B5-7C30F2382182}">
      <dgm:prSet/>
      <dgm:spPr/>
      <dgm:t>
        <a:bodyPr/>
        <a:lstStyle/>
        <a:p>
          <a:r>
            <a:rPr lang="en-US"/>
            <a:t>Update documentation and runbooks</a:t>
          </a:r>
        </a:p>
      </dgm:t>
    </dgm:pt>
    <dgm:pt modelId="{07A912BE-89F7-445B-8B6D-9155BE2D61F1}" type="parTrans" cxnId="{12BF80D1-FE15-45B1-A076-09B92EA9FF77}">
      <dgm:prSet/>
      <dgm:spPr/>
      <dgm:t>
        <a:bodyPr/>
        <a:lstStyle/>
        <a:p>
          <a:endParaRPr lang="en-US"/>
        </a:p>
      </dgm:t>
    </dgm:pt>
    <dgm:pt modelId="{F6110DD5-C57D-4088-95DC-BBC111D6D65C}" type="sibTrans" cxnId="{12BF80D1-FE15-45B1-A076-09B92EA9FF77}">
      <dgm:prSet/>
      <dgm:spPr/>
      <dgm:t>
        <a:bodyPr/>
        <a:lstStyle/>
        <a:p>
          <a:endParaRPr lang="en-US"/>
        </a:p>
      </dgm:t>
    </dgm:pt>
    <dgm:pt modelId="{252792D5-C711-4A4D-9B3E-73E2E81FD44C}">
      <dgm:prSet/>
      <dgm:spPr/>
      <dgm:t>
        <a:bodyPr/>
        <a:lstStyle/>
        <a:p>
          <a:r>
            <a:rPr lang="en-US"/>
            <a:t>Provide training for all team members</a:t>
          </a:r>
        </a:p>
      </dgm:t>
    </dgm:pt>
    <dgm:pt modelId="{C436CD84-9708-4914-BDEC-697B38B95CF3}" type="parTrans" cxnId="{9AA7B3B7-C6E2-43CD-9657-4159F0FEEF27}">
      <dgm:prSet/>
      <dgm:spPr/>
      <dgm:t>
        <a:bodyPr/>
        <a:lstStyle/>
        <a:p>
          <a:endParaRPr lang="en-US"/>
        </a:p>
      </dgm:t>
    </dgm:pt>
    <dgm:pt modelId="{2D8C8B9F-80A1-48F2-9F5B-828D2E33D62F}" type="sibTrans" cxnId="{9AA7B3B7-C6E2-43CD-9657-4159F0FEEF27}">
      <dgm:prSet/>
      <dgm:spPr/>
      <dgm:t>
        <a:bodyPr/>
        <a:lstStyle/>
        <a:p>
          <a:endParaRPr lang="en-US"/>
        </a:p>
      </dgm:t>
    </dgm:pt>
    <dgm:pt modelId="{2ADAD778-20F2-47AB-BB28-12C59E700200}">
      <dgm:prSet custT="1"/>
      <dgm:spPr/>
      <dgm:t>
        <a:bodyPr/>
        <a:lstStyle/>
        <a:p>
          <a:pPr algn="l">
            <a:defRPr b="1"/>
          </a:pPr>
          <a:r>
            <a:rPr lang="en-US" sz="2800" b="0" dirty="0"/>
            <a:t>"On-call systems…aren’t static things you set and forget."(Atlassian, n.d.)</a:t>
          </a:r>
        </a:p>
      </dgm:t>
    </dgm:pt>
    <dgm:pt modelId="{96317C10-EA4F-467C-A3AC-3DBA0C4BF1EB}" type="parTrans" cxnId="{4AB22C83-3907-4B3E-BCA9-BC98BCE1AA58}">
      <dgm:prSet/>
      <dgm:spPr/>
      <dgm:t>
        <a:bodyPr/>
        <a:lstStyle/>
        <a:p>
          <a:endParaRPr lang="en-US"/>
        </a:p>
      </dgm:t>
    </dgm:pt>
    <dgm:pt modelId="{0861E16B-3CA3-457B-9C9F-AC707F23BA0A}" type="sibTrans" cxnId="{4AB22C83-3907-4B3E-BCA9-BC98BCE1AA58}">
      <dgm:prSet/>
      <dgm:spPr/>
      <dgm:t>
        <a:bodyPr/>
        <a:lstStyle/>
        <a:p>
          <a:endParaRPr lang="en-US"/>
        </a:p>
      </dgm:t>
    </dgm:pt>
    <dgm:pt modelId="{0CBF1AD8-4F1F-491B-A51E-FD0F66B652EE}" type="pres">
      <dgm:prSet presAssocID="{F018E2D2-ECA8-4287-B92B-1320EC590FAE}" presName="Name0" presStyleCnt="0">
        <dgm:presLayoutVars>
          <dgm:dir/>
          <dgm:resizeHandles val="exact"/>
        </dgm:presLayoutVars>
      </dgm:prSet>
      <dgm:spPr/>
    </dgm:pt>
    <dgm:pt modelId="{F6806CCF-D410-47D3-B9E0-A06FBA6EA9F9}" type="pres">
      <dgm:prSet presAssocID="{9D9FB215-CDA9-4F9B-B903-7A22ABDD4AB6}" presName="parAndChTx" presStyleLbl="node1" presStyleIdx="0" presStyleCnt="2">
        <dgm:presLayoutVars>
          <dgm:bulletEnabled val="1"/>
        </dgm:presLayoutVars>
      </dgm:prSet>
      <dgm:spPr/>
    </dgm:pt>
    <dgm:pt modelId="{CE2F7310-46C3-4FE0-AAE7-F6E5B031983E}" type="pres">
      <dgm:prSet presAssocID="{FAAB4F38-83EB-4B6A-9E26-18E3C732D9B6}" presName="parAndChSpace" presStyleCnt="0"/>
      <dgm:spPr/>
    </dgm:pt>
    <dgm:pt modelId="{C3AD04AB-F5E0-4709-8F9D-A16203401262}" type="pres">
      <dgm:prSet presAssocID="{2ADAD778-20F2-47AB-BB28-12C59E700200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D89CC019-72A4-419C-BE0B-61E39C35166B}" type="presOf" srcId="{9D9FB215-CDA9-4F9B-B903-7A22ABDD4AB6}" destId="{F6806CCF-D410-47D3-B9E0-A06FBA6EA9F9}" srcOrd="0" destOrd="0" presId="urn:microsoft.com/office/officeart/2005/8/layout/hChevron3"/>
    <dgm:cxn modelId="{F0FFC93A-CD95-4EE9-ADFB-3E608BE95060}" srcId="{F018E2D2-ECA8-4287-B92B-1320EC590FAE}" destId="{9D9FB215-CDA9-4F9B-B903-7A22ABDD4AB6}" srcOrd="0" destOrd="0" parTransId="{962E6BDF-A987-49F7-BE21-A65F55220FF8}" sibTransId="{FAAB4F38-83EB-4B6A-9E26-18E3C732D9B6}"/>
    <dgm:cxn modelId="{F3034247-D4B5-4F1E-84A6-2BC0AB3F9726}" type="presOf" srcId="{252792D5-C711-4A4D-9B3E-73E2E81FD44C}" destId="{F6806CCF-D410-47D3-B9E0-A06FBA6EA9F9}" srcOrd="0" destOrd="3" presId="urn:microsoft.com/office/officeart/2005/8/layout/hChevron3"/>
    <dgm:cxn modelId="{DFB91D56-8262-43B3-B565-F8EDEB4F15DB}" type="presOf" srcId="{BADC55BD-8955-4200-87B5-7C30F2382182}" destId="{F6806CCF-D410-47D3-B9E0-A06FBA6EA9F9}" srcOrd="0" destOrd="2" presId="urn:microsoft.com/office/officeart/2005/8/layout/hChevron3"/>
    <dgm:cxn modelId="{6099CD7F-8114-4024-8BB6-1CC13E45EF59}" type="presOf" srcId="{9D93250C-4CF2-4E4E-A36C-D3E22A48E1AF}" destId="{F6806CCF-D410-47D3-B9E0-A06FBA6EA9F9}" srcOrd="0" destOrd="1" presId="urn:microsoft.com/office/officeart/2005/8/layout/hChevron3"/>
    <dgm:cxn modelId="{4AB22C83-3907-4B3E-BCA9-BC98BCE1AA58}" srcId="{F018E2D2-ECA8-4287-B92B-1320EC590FAE}" destId="{2ADAD778-20F2-47AB-BB28-12C59E700200}" srcOrd="1" destOrd="0" parTransId="{96317C10-EA4F-467C-A3AC-3DBA0C4BF1EB}" sibTransId="{0861E16B-3CA3-457B-9C9F-AC707F23BA0A}"/>
    <dgm:cxn modelId="{9AA7B3B7-C6E2-43CD-9657-4159F0FEEF27}" srcId="{9D9FB215-CDA9-4F9B-B903-7A22ABDD4AB6}" destId="{252792D5-C711-4A4D-9B3E-73E2E81FD44C}" srcOrd="2" destOrd="0" parTransId="{C436CD84-9708-4914-BDEC-697B38B95CF3}" sibTransId="{2D8C8B9F-80A1-48F2-9F5B-828D2E33D62F}"/>
    <dgm:cxn modelId="{12BF80D1-FE15-45B1-A076-09B92EA9FF77}" srcId="{9D9FB215-CDA9-4F9B-B903-7A22ABDD4AB6}" destId="{BADC55BD-8955-4200-87B5-7C30F2382182}" srcOrd="1" destOrd="0" parTransId="{07A912BE-89F7-445B-8B6D-9155BE2D61F1}" sibTransId="{F6110DD5-C57D-4088-95DC-BBC111D6D65C}"/>
    <dgm:cxn modelId="{E30767DB-8C73-42A9-B7A5-C5AAEB296B31}" type="presOf" srcId="{F018E2D2-ECA8-4287-B92B-1320EC590FAE}" destId="{0CBF1AD8-4F1F-491B-A51E-FD0F66B652EE}" srcOrd="0" destOrd="0" presId="urn:microsoft.com/office/officeart/2005/8/layout/hChevron3"/>
    <dgm:cxn modelId="{7B66CEDD-7041-492B-87F8-870EDAB8B54C}" type="presOf" srcId="{2ADAD778-20F2-47AB-BB28-12C59E700200}" destId="{C3AD04AB-F5E0-4709-8F9D-A16203401262}" srcOrd="0" destOrd="0" presId="urn:microsoft.com/office/officeart/2005/8/layout/hChevron3"/>
    <dgm:cxn modelId="{748758F6-A99E-4313-8F8B-48786FCBFF9F}" srcId="{9D9FB215-CDA9-4F9B-B903-7A22ABDD4AB6}" destId="{9D93250C-4CF2-4E4E-A36C-D3E22A48E1AF}" srcOrd="0" destOrd="0" parTransId="{FB8AE3B4-B463-4750-B868-7D28FED4968D}" sibTransId="{D207839A-A1E4-4565-BCEE-97603A70EAE4}"/>
    <dgm:cxn modelId="{D3A8E2AC-FF8B-48F5-86B9-E6CC9A327517}" type="presParOf" srcId="{0CBF1AD8-4F1F-491B-A51E-FD0F66B652EE}" destId="{F6806CCF-D410-47D3-B9E0-A06FBA6EA9F9}" srcOrd="0" destOrd="0" presId="urn:microsoft.com/office/officeart/2005/8/layout/hChevron3"/>
    <dgm:cxn modelId="{AEDA0F96-7D7D-4A0C-A590-7E5C3A2AA029}" type="presParOf" srcId="{0CBF1AD8-4F1F-491B-A51E-FD0F66B652EE}" destId="{CE2F7310-46C3-4FE0-AAE7-F6E5B031983E}" srcOrd="1" destOrd="0" presId="urn:microsoft.com/office/officeart/2005/8/layout/hChevron3"/>
    <dgm:cxn modelId="{8FCEFCA0-7FB4-465F-86CF-29BF8F6B2998}" type="presParOf" srcId="{0CBF1AD8-4F1F-491B-A51E-FD0F66B652EE}" destId="{C3AD04AB-F5E0-4709-8F9D-A16203401262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2B40E-EA66-44DC-AEB4-B7B814B42D70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09EBA6-3A07-4939-B858-0C9EE71BFD02}">
      <dsp:nvSpPr>
        <dsp:cNvPr id="0" name=""/>
        <dsp:cNvSpPr/>
      </dsp:nvSpPr>
      <dsp:spPr>
        <a:xfrm>
          <a:off x="220914" y="1305401"/>
          <a:ext cx="4908649" cy="17405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Key Benefits: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Faster fixes for production issues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More empathy for end users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Continuous learning and improvement</a:t>
          </a:r>
        </a:p>
      </dsp:txBody>
      <dsp:txXfrm>
        <a:off x="305880" y="1390367"/>
        <a:ext cx="4738717" cy="1570603"/>
      </dsp:txXfrm>
    </dsp:sp>
    <dsp:sp modelId="{2A401587-D456-4169-8F0E-73D72309A3CA}">
      <dsp:nvSpPr>
        <dsp:cNvPr id="0" name=""/>
        <dsp:cNvSpPr/>
      </dsp:nvSpPr>
      <dsp:spPr>
        <a:xfrm>
          <a:off x="5386035" y="1305401"/>
          <a:ext cx="4908649" cy="17405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"When developers get feedback on how their applications perform in production…they become closer to the customer."(Kim et al., 2016)</a:t>
          </a:r>
        </a:p>
      </dsp:txBody>
      <dsp:txXfrm>
        <a:off x="5471001" y="1390367"/>
        <a:ext cx="4738717" cy="157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29540-B5A8-4665-A8A4-76BB700F844A}">
      <dsp:nvSpPr>
        <dsp:cNvPr id="0" name=""/>
        <dsp:cNvSpPr/>
      </dsp:nvSpPr>
      <dsp:spPr>
        <a:xfrm>
          <a:off x="3542" y="2033236"/>
          <a:ext cx="2774894" cy="13874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Strategies:</a:t>
          </a:r>
        </a:p>
      </dsp:txBody>
      <dsp:txXfrm>
        <a:off x="44179" y="2073873"/>
        <a:ext cx="2693620" cy="1306173"/>
      </dsp:txXfrm>
    </dsp:sp>
    <dsp:sp modelId="{B1A961FB-71EA-440D-8B3D-D30BD31B5E00}">
      <dsp:nvSpPr>
        <dsp:cNvPr id="0" name=""/>
        <dsp:cNvSpPr/>
      </dsp:nvSpPr>
      <dsp:spPr>
        <a:xfrm rot="18289469">
          <a:off x="2361584" y="1906282"/>
          <a:ext cx="1943664" cy="45791"/>
        </a:xfrm>
        <a:custGeom>
          <a:avLst/>
          <a:gdLst/>
          <a:ahLst/>
          <a:cxnLst/>
          <a:rect l="0" t="0" r="0" b="0"/>
          <a:pathLst>
            <a:path>
              <a:moveTo>
                <a:pt x="0" y="22895"/>
              </a:moveTo>
              <a:lnTo>
                <a:pt x="1943664" y="228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284824" y="1880586"/>
        <a:ext cx="97183" cy="97183"/>
      </dsp:txXfrm>
    </dsp:sp>
    <dsp:sp modelId="{6A24F58C-03F7-425D-A970-37CEDFCCC280}">
      <dsp:nvSpPr>
        <dsp:cNvPr id="0" name=""/>
        <dsp:cNvSpPr/>
      </dsp:nvSpPr>
      <dsp:spPr>
        <a:xfrm>
          <a:off x="3888395" y="437671"/>
          <a:ext cx="2774894" cy="13874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Clear expectations and transparency</a:t>
          </a:r>
        </a:p>
      </dsp:txBody>
      <dsp:txXfrm>
        <a:off x="3929032" y="478308"/>
        <a:ext cx="2693620" cy="1306173"/>
      </dsp:txXfrm>
    </dsp:sp>
    <dsp:sp modelId="{AD1B9060-4F20-4EFD-862E-C0FDB1F541DA}">
      <dsp:nvSpPr>
        <dsp:cNvPr id="0" name=""/>
        <dsp:cNvSpPr/>
      </dsp:nvSpPr>
      <dsp:spPr>
        <a:xfrm>
          <a:off x="2778437" y="2704064"/>
          <a:ext cx="1109957" cy="45791"/>
        </a:xfrm>
        <a:custGeom>
          <a:avLst/>
          <a:gdLst/>
          <a:ahLst/>
          <a:cxnLst/>
          <a:rect l="0" t="0" r="0" b="0"/>
          <a:pathLst>
            <a:path>
              <a:moveTo>
                <a:pt x="0" y="22895"/>
              </a:moveTo>
              <a:lnTo>
                <a:pt x="1109957" y="228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5667" y="2699211"/>
        <a:ext cx="55497" cy="55497"/>
      </dsp:txXfrm>
    </dsp:sp>
    <dsp:sp modelId="{0603A523-A4F3-4214-9D8C-A82ED928753C}">
      <dsp:nvSpPr>
        <dsp:cNvPr id="0" name=""/>
        <dsp:cNvSpPr/>
      </dsp:nvSpPr>
      <dsp:spPr>
        <a:xfrm>
          <a:off x="3888395" y="2033236"/>
          <a:ext cx="2774894" cy="13874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Flexible scheduling and fair workload distribution</a:t>
          </a:r>
        </a:p>
      </dsp:txBody>
      <dsp:txXfrm>
        <a:off x="3929032" y="2073873"/>
        <a:ext cx="2693620" cy="1306173"/>
      </dsp:txXfrm>
    </dsp:sp>
    <dsp:sp modelId="{8D1FDE64-C635-47E3-AA4B-366B3ECB4D60}">
      <dsp:nvSpPr>
        <dsp:cNvPr id="0" name=""/>
        <dsp:cNvSpPr/>
      </dsp:nvSpPr>
      <dsp:spPr>
        <a:xfrm rot="3310531">
          <a:off x="2361584" y="3501846"/>
          <a:ext cx="1943664" cy="45791"/>
        </a:xfrm>
        <a:custGeom>
          <a:avLst/>
          <a:gdLst/>
          <a:ahLst/>
          <a:cxnLst/>
          <a:rect l="0" t="0" r="0" b="0"/>
          <a:pathLst>
            <a:path>
              <a:moveTo>
                <a:pt x="0" y="22895"/>
              </a:moveTo>
              <a:lnTo>
                <a:pt x="1943664" y="228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284824" y="3476150"/>
        <a:ext cx="97183" cy="97183"/>
      </dsp:txXfrm>
    </dsp:sp>
    <dsp:sp modelId="{35BB3AC7-8604-4DD5-BC8A-F5653E6BE41E}">
      <dsp:nvSpPr>
        <dsp:cNvPr id="0" name=""/>
        <dsp:cNvSpPr/>
      </dsp:nvSpPr>
      <dsp:spPr>
        <a:xfrm>
          <a:off x="3888395" y="3628800"/>
          <a:ext cx="2774894" cy="13874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Blameless postmortems</a:t>
          </a:r>
        </a:p>
      </dsp:txBody>
      <dsp:txXfrm>
        <a:off x="3929032" y="3669437"/>
        <a:ext cx="2693620" cy="1306173"/>
      </dsp:txXfrm>
    </dsp:sp>
    <dsp:sp modelId="{E41D430D-DF08-4A9B-AB8B-3F955262D2D6}">
      <dsp:nvSpPr>
        <dsp:cNvPr id="0" name=""/>
        <dsp:cNvSpPr/>
      </dsp:nvSpPr>
      <dsp:spPr>
        <a:xfrm>
          <a:off x="3542" y="3628800"/>
          <a:ext cx="2774894" cy="13874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"The goal should always be to find the problems, risks, and weaknesses in systems and solve them."(Atlassian, n.d.)</a:t>
          </a:r>
        </a:p>
      </dsp:txBody>
      <dsp:txXfrm>
        <a:off x="44179" y="3669437"/>
        <a:ext cx="2693620" cy="13061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569A90-E28B-43D8-949E-3C01F82BCB1B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"12-hour shifts maximum… Shorter shifts are better for the mental health of your engineers."(Cook et al., n.d.)</a:t>
          </a:r>
        </a:p>
      </dsp:txBody>
      <dsp:txXfrm>
        <a:off x="0" y="3291729"/>
        <a:ext cx="6666833" cy="2159731"/>
      </dsp:txXfrm>
    </dsp:sp>
    <dsp:sp modelId="{7D103A0C-9267-439D-B40A-6CB8989720FC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Recommendations:</a:t>
          </a:r>
        </a:p>
      </dsp:txBody>
      <dsp:txXfrm rot="-10800000">
        <a:off x="0" y="2459"/>
        <a:ext cx="6666833" cy="1165904"/>
      </dsp:txXfrm>
    </dsp:sp>
    <dsp:sp modelId="{E3668818-DD16-4A50-BCFB-A2029DB7695A}">
      <dsp:nvSpPr>
        <dsp:cNvPr id="0" name=""/>
        <dsp:cNvSpPr/>
      </dsp:nvSpPr>
      <dsp:spPr>
        <a:xfrm>
          <a:off x="3255" y="1168364"/>
          <a:ext cx="2220107" cy="99317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scheduling tools to balance coverage and preferences</a:t>
          </a:r>
        </a:p>
      </dsp:txBody>
      <dsp:txXfrm>
        <a:off x="3255" y="1168364"/>
        <a:ext cx="2220107" cy="993178"/>
      </dsp:txXfrm>
    </dsp:sp>
    <dsp:sp modelId="{98D26EF4-9283-4C45-8586-6997DF476B56}">
      <dsp:nvSpPr>
        <dsp:cNvPr id="0" name=""/>
        <dsp:cNvSpPr/>
      </dsp:nvSpPr>
      <dsp:spPr>
        <a:xfrm>
          <a:off x="2223362" y="1168364"/>
          <a:ext cx="2220107" cy="99317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Avoid long shifts</a:t>
          </a:r>
        </a:p>
      </dsp:txBody>
      <dsp:txXfrm>
        <a:off x="2223362" y="1168364"/>
        <a:ext cx="2220107" cy="993178"/>
      </dsp:txXfrm>
    </dsp:sp>
    <dsp:sp modelId="{E645E8B7-285F-4EC2-8AA8-F31F52BA789A}">
      <dsp:nvSpPr>
        <dsp:cNvPr id="0" name=""/>
        <dsp:cNvSpPr/>
      </dsp:nvSpPr>
      <dsp:spPr>
        <a:xfrm>
          <a:off x="4443470" y="1168364"/>
          <a:ext cx="2220107" cy="99317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 shift swaps</a:t>
          </a:r>
        </a:p>
      </dsp:txBody>
      <dsp:txXfrm>
        <a:off x="4443470" y="1168364"/>
        <a:ext cx="2220107" cy="9931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06CCF-D410-47D3-B9E0-A06FBA6EA9F9}">
      <dsp:nvSpPr>
        <dsp:cNvPr id="0" name=""/>
        <dsp:cNvSpPr/>
      </dsp:nvSpPr>
      <dsp:spPr>
        <a:xfrm>
          <a:off x="8537" y="0"/>
          <a:ext cx="6061530" cy="4192805"/>
        </a:xfrm>
        <a:prstGeom prst="homePlate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837" tIns="101600" rIns="855349" bIns="1016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000" kern="1200"/>
            <a:t>Tips: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Regularly review metrics and incident reports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Update documentation and runbooks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Provide training for all team members</a:t>
          </a:r>
        </a:p>
      </dsp:txBody>
      <dsp:txXfrm>
        <a:off x="8537" y="0"/>
        <a:ext cx="5537429" cy="4192805"/>
      </dsp:txXfrm>
    </dsp:sp>
    <dsp:sp modelId="{C3AD04AB-F5E0-4709-8F9D-A16203401262}">
      <dsp:nvSpPr>
        <dsp:cNvPr id="0" name=""/>
        <dsp:cNvSpPr/>
      </dsp:nvSpPr>
      <dsp:spPr>
        <a:xfrm>
          <a:off x="4857761" y="0"/>
          <a:ext cx="6061530" cy="4192805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837" tIns="71120" rIns="213837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0" kern="1200" dirty="0"/>
            <a:t>"On-call systems…aren’t static things you set and forget."(Atlassian, n.d.)</a:t>
          </a:r>
        </a:p>
      </dsp:txBody>
      <dsp:txXfrm>
        <a:off x="5905962" y="0"/>
        <a:ext cx="3965128" cy="4192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C589-30B8-9A58-DFF4-74B688FDB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E3D85-1114-53E4-FE25-6E9EF0A68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4D36-4400-61D0-28A5-6A16CAAA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819AF-FA82-328A-DE75-550441E1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6A137-3503-DDB9-3082-17445359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8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2D81-FD40-D9D4-D050-0A6B85F4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D958-4EC4-C3D9-39F4-C133A15B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439FB-F348-BCC1-F63D-2A3321E3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0914B-2C60-F985-294E-AEB97426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2B877-055D-496E-8651-422DE068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D3ED-F1AC-E29E-8627-7C6C082F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0B498-0823-4150-2AA1-163520548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3D82E-5E63-95A8-B9D5-2AF8F82E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F230-6281-0E05-C23D-820182FC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38D61-4227-EDDC-8090-11240ACA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3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E505-9456-8FB6-1D66-0410B9E8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41354-C763-EAD4-8B2D-B487CF4BC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7C4AC-7298-96F5-243B-D21CDC2F3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D9F41-1F4F-4B69-1B00-764A0C61F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DCEA0-44B1-42D4-3AF7-179B57AD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54193-C4EE-6CC0-5DC3-76B45AE4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9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8024-E93A-B748-885F-A02AA5B7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85F0C-ED10-F8AC-549A-C5E64F04C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CBA80-BB6E-0BFE-61D7-555A8C25C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57358-801F-CAD9-194C-DA7B698FA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29BB5-EF57-741C-6FBA-4D859AEC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9CDD6-F799-36DE-0C50-17312CDC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8F7B1-BEDE-5E51-CC0C-1033B56C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D13E7-F2C4-9F0A-1F56-65A6E821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7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3A9C-5A45-FD23-2ACE-F45878B4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E501D-B8D4-1FFD-FC00-0F8D8DE0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2F59D-5382-CC55-5A18-42AE3ECF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5CCA3-00F3-9B09-B9C1-54D8D09E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5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30737-A320-2791-F0F2-EE0C4484B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EE9A4-DD58-3F08-0FEF-D3099CE5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ED3BF-F90D-888E-CB52-A76C82AA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F372-56F8-DCDA-7A3D-03E6E49C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DDC5B-070C-CE34-5789-EA0563AF3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CD504-175A-F589-21BB-5AC912FA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E6D1C-89DE-2462-381C-10A52FA6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EB486-7384-2F64-FC08-FAB6839C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96CF-7248-26D8-9871-E99DE349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1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2173-AB1E-D513-37E9-33C701FE4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2B0E1-EBEA-190D-75AA-3FC0D13D6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0B640-6CFF-7431-C11A-C7CF45559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21A78-8788-6CC4-9C09-80A16EAD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B4D46-AC8A-ADC8-2C49-960B4E0D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D8E6F-4456-A3A7-C0AB-B436692D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7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9A64-CC3D-E4B2-FBB4-6A3F0642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81874-BB7D-4EDF-6878-B220943B0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D6B1C-73CE-E29B-BA5C-F1EC84673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B57E-0B6E-70B6-3295-0D2844A2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1520-740B-4662-2389-D27F2E0D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6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0ACB6-2ED0-BBD7-93A4-79FB4EF85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C419D-B644-AA59-C6EB-C7ED6A7A0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2212B-8D7D-9AD3-3394-C4DC1666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A243C-F606-712D-B609-B62A532F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75D3A-434A-66E2-2A8C-7EDFC421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E3F3B-FF49-7900-407E-2C1DBC3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12D8A-9233-577A-5020-50DE85092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DFBE9-141E-DF3C-4470-D8F354D6A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BF7CE-C15C-44E7-8CA9-55E23AE76ED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CB4A-2F92-BC4E-F951-0F72D7082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40F43-3937-6696-5E07-6D40F192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A9E2E-F5C8-4321-8B3B-4A564B40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workbook/on-call/" TargetMode="External"/><Relationship Id="rId2" Type="http://schemas.openxmlformats.org/officeDocument/2006/relationships/hyperlink" Target="https://www.atlassian.com/incident-management/on-call/improving-on-c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ertops.com/on-call-rot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8CFE1-AB13-9B2E-B942-27F43D196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Industry Best Practices for Pager Rotation Duties in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2D4CD-6704-5688-7F92-56E72B5A1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en-US" sz="2000">
                <a:solidFill>
                  <a:srgbClr val="FFFFFF"/>
                </a:solidFill>
              </a:rPr>
              <a:t>Colton Kohler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7/6/2025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CSD380 M7.2 Assignment</a:t>
            </a:r>
          </a:p>
        </p:txBody>
      </p:sp>
      <p:sp>
        <p:nvSpPr>
          <p:cNvPr id="2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58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E3C11-554F-6925-BFC6-51F81B08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What Are Pager Rotation Duties?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47B74-1617-15E5-80BA-7C16AA01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Pager rotation means taking turns being on-call to respond to production incidents.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“Being on-call means being available during a set period of time, and being ready to respond to production incidents during that time with appropriate urgency.”(Cook et al., n.d.)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 DevOps, developers and operations share this responsibility to improve feedback and reliability.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85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2D15C-F628-F8E7-FC9D-25BE79F3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DevOps Philosophy: You Built It, You Maintain It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1D311E0-C2C6-752D-712E-E9F0461AAF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Developers take ownership for running their own code in production.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This reduces Mean Time to Acknowledge (MTTA) and Mean Time to Resolution (MTTR).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"The developer who is most familiar with the code is the best person to troubleshoot related issues in the shortest amount of time."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(Atlassian, n.d.)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Result: Higher accountability and faster incident response.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161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56E317-ED3F-ADCF-FC0E-15B7EA65FD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A7312-0FD2-5B34-5BC9-A28C7B01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Benefits of Shared On-Call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9FDD66-0E9D-05D8-92BD-608CBF227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4386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1045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E68F4-E980-0EAB-1F40-B2E7A5F5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Preventing Burnout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2B8D-9C49-3E42-CC90-AAEB02429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Best Practices: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Limit incidents per shift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Automate where possible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Compensate fairly for on-call duties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"We believe this work should be compensated."(Cook et al., n.d.)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Tip: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Use automation to reduce repetitive alerts and pager fatigue.(AlertOps, 2025)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55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415DC2-14C0-9755-FC54-25FB0DF0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Building Healthy On-Call Culture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FE8C13-BE2A-C25C-CDBE-ECD74AA3A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5847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073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DC3FB-7668-DF67-564E-93799E82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Scheduling &amp; Rotation Best Practices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F7A8920-479C-3ADA-EE01-7D88B84FD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4288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392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4887E-C0B6-D505-DCF2-09DC4CB4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Improving Pager Load &amp; Alerts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1D461-DADC-1EA7-F99C-41AEF896F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Best Practices:</a:t>
            </a:r>
          </a:p>
          <a:p>
            <a:pPr lvl="1"/>
            <a:r>
              <a:rPr lang="en-US" dirty="0"/>
              <a:t>All alerts must be actionable</a:t>
            </a:r>
          </a:p>
          <a:p>
            <a:pPr lvl="1"/>
            <a:r>
              <a:rPr lang="en-US" dirty="0"/>
              <a:t>Classify alerts by urgency</a:t>
            </a:r>
          </a:p>
          <a:p>
            <a:pPr lvl="1"/>
            <a:r>
              <a:rPr lang="en-US" dirty="0"/>
              <a:t>Regularly review and improve alerting</a:t>
            </a:r>
          </a:p>
          <a:p>
            <a:r>
              <a:rPr lang="en-US" dirty="0" err="1"/>
              <a:t>Quote:"Reducing</a:t>
            </a:r>
            <a:r>
              <a:rPr lang="en-US" dirty="0"/>
              <a:t> false positives by classifying alerts…helps differentiate actionable alerts from the rest."(Atlassian, n.d.)</a:t>
            </a:r>
          </a:p>
        </p:txBody>
      </p:sp>
    </p:spTree>
    <p:extLst>
      <p:ext uri="{BB962C8B-B14F-4D97-AF65-F5344CB8AC3E}">
        <p14:creationId xmlns:p14="http://schemas.microsoft.com/office/powerpoint/2010/main" val="124890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CC33A-D5FE-9E73-C993-24A84394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8CB2E-9CCC-59FE-1BBB-F04EE454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Continuous Improvement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C2A5C6-41EB-E474-F51E-DE22E8C5F4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58619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0326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0A91F-27A3-786A-1F67-27D6EFF3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95AFC-2242-43C6-51F8-B6AAAAEA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3A765-C7D9-5486-E3E4-070B691BE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Atlassian. (n.d.). </a:t>
            </a:r>
            <a:r>
              <a:rPr lang="en-US" sz="2000" i="1" dirty="0"/>
              <a:t>A manager’s guide to improving on-call</a:t>
            </a:r>
            <a:r>
              <a:rPr lang="en-US" sz="2000" dirty="0"/>
              <a:t>. Retrieved from </a:t>
            </a:r>
            <a:r>
              <a:rPr lang="en-US" sz="2000" dirty="0">
                <a:hlinkClick r:id="rId2"/>
              </a:rPr>
              <a:t>https://www.atlassian.com/incident-management/on-call/improving-on-call</a:t>
            </a:r>
            <a:endParaRPr lang="en-US" sz="2000" dirty="0"/>
          </a:p>
          <a:p>
            <a:r>
              <a:rPr lang="en-US" sz="2000" dirty="0"/>
              <a:t>Cook, O., Smollett, S., Spadaccini, A., Donnelly, C., Ma, J., &amp; Plasky, G. (n.d.). </a:t>
            </a:r>
            <a:r>
              <a:rPr lang="en-US" sz="2000" i="1" dirty="0"/>
              <a:t>On-call</a:t>
            </a:r>
            <a:r>
              <a:rPr lang="en-US" sz="2000" dirty="0"/>
              <a:t>. Google SRE Workbook. Retrieved from </a:t>
            </a:r>
            <a:r>
              <a:rPr lang="en-US" sz="2000" dirty="0">
                <a:hlinkClick r:id="rId3"/>
              </a:rPr>
              <a:t>https://sre.google/workbook/on-call/</a:t>
            </a:r>
            <a:endParaRPr lang="en-US" sz="2000" dirty="0"/>
          </a:p>
          <a:p>
            <a:r>
              <a:rPr lang="en-US" sz="2000" dirty="0"/>
              <a:t>Kim, G., Humble, J., Debois, P., &amp; Willis, J. (2016). </a:t>
            </a:r>
            <a:r>
              <a:rPr lang="en-US" sz="2000" i="1" dirty="0"/>
              <a:t>The DevOps handbook: How to create world-class agility, reliability, and security in technology organizations</a:t>
            </a:r>
            <a:r>
              <a:rPr lang="en-US" sz="2000" dirty="0"/>
              <a:t>. IT Revolution Press.</a:t>
            </a:r>
          </a:p>
          <a:p>
            <a:r>
              <a:rPr lang="en-US" sz="2000" dirty="0" err="1"/>
              <a:t>AlertOps</a:t>
            </a:r>
            <a:r>
              <a:rPr lang="en-US" sz="2000" dirty="0"/>
              <a:t>. (2025). </a:t>
            </a:r>
            <a:r>
              <a:rPr lang="en-US" sz="2000" i="1" dirty="0"/>
              <a:t>Best practices for managing on-call rotation</a:t>
            </a:r>
            <a:r>
              <a:rPr lang="en-US" sz="2000" dirty="0"/>
              <a:t>. Retrieved from </a:t>
            </a:r>
            <a:r>
              <a:rPr lang="en-US" sz="2000" dirty="0">
                <a:hlinkClick r:id="rId4"/>
              </a:rPr>
              <a:t>https://alertops.com/on-call-rotation/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588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581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Industry Best Practices for Pager Rotation Duties in DevOps</vt:lpstr>
      <vt:lpstr>What Are Pager Rotation Duties?</vt:lpstr>
      <vt:lpstr>DevOps Philosophy: You Built It, You Maintain It</vt:lpstr>
      <vt:lpstr>Benefits of Shared On-Call</vt:lpstr>
      <vt:lpstr>Preventing Burnout</vt:lpstr>
      <vt:lpstr>Building Healthy On-Call Culture</vt:lpstr>
      <vt:lpstr>Scheduling &amp; Rotation Best Practices</vt:lpstr>
      <vt:lpstr>Improving Pager Load &amp; Alerts</vt:lpstr>
      <vt:lpstr>Continuous Improvement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Colton Kohler</dc:creator>
  <cp:lastModifiedBy>Colton Kohler</cp:lastModifiedBy>
  <cp:revision>1</cp:revision>
  <dcterms:created xsi:type="dcterms:W3CDTF">2025-07-07T02:17:07Z</dcterms:created>
  <dcterms:modified xsi:type="dcterms:W3CDTF">2025-07-07T02:31:21Z</dcterms:modified>
</cp:coreProperties>
</file>