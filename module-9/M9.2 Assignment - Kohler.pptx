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04811B-F748-41E4-B54E-D279AE8FCD6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8493248D-7D94-47F4-B0F6-113CD766B2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 just culture focuses on learning and improvement rather than blame.</a:t>
          </a:r>
        </a:p>
      </dgm:t>
    </dgm:pt>
    <dgm:pt modelId="{09AC8CCC-25DE-4682-A2F6-2C10736FD792}" type="parTrans" cxnId="{7514C092-2E6D-43D7-B987-0425626691A0}">
      <dgm:prSet/>
      <dgm:spPr/>
      <dgm:t>
        <a:bodyPr/>
        <a:lstStyle/>
        <a:p>
          <a:endParaRPr lang="en-US"/>
        </a:p>
      </dgm:t>
    </dgm:pt>
    <dgm:pt modelId="{A931BAEC-3E1C-4E7C-94CB-7FA4B70F428E}" type="sibTrans" cxnId="{7514C092-2E6D-43D7-B987-0425626691A0}">
      <dgm:prSet/>
      <dgm:spPr/>
      <dgm:t>
        <a:bodyPr/>
        <a:lstStyle/>
        <a:p>
          <a:endParaRPr lang="en-US"/>
        </a:p>
      </dgm:t>
    </dgm:pt>
    <dgm:pt modelId="{B800B282-14D8-46C0-A331-51D2E754BE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 DevOps, this includes:</a:t>
          </a:r>
        </a:p>
      </dgm:t>
    </dgm:pt>
    <dgm:pt modelId="{6B06881D-84DB-434F-8F48-1B292A865A3F}" type="parTrans" cxnId="{A3E79406-E341-41E6-9ED9-B565F94C89F8}">
      <dgm:prSet/>
      <dgm:spPr/>
      <dgm:t>
        <a:bodyPr/>
        <a:lstStyle/>
        <a:p>
          <a:endParaRPr lang="en-US"/>
        </a:p>
      </dgm:t>
    </dgm:pt>
    <dgm:pt modelId="{CE543CD3-EF89-4E0D-A58B-8F4BEE94E69E}" type="sibTrans" cxnId="{A3E79406-E341-41E6-9ED9-B565F94C89F8}">
      <dgm:prSet/>
      <dgm:spPr/>
      <dgm:t>
        <a:bodyPr/>
        <a:lstStyle/>
        <a:p>
          <a:endParaRPr lang="en-US"/>
        </a:p>
      </dgm:t>
    </dgm:pt>
    <dgm:pt modelId="{F8CF0BE8-B819-4D38-816A-3EF84BF90E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Blameless postmortems – Reviewing incidents without blaming individuals, to understand what happened and improve systems.</a:t>
          </a:r>
        </a:p>
      </dgm:t>
    </dgm:pt>
    <dgm:pt modelId="{45B6C015-46D5-40E8-9FA9-1B62F9240367}" type="parTrans" cxnId="{772AB030-1868-42D4-BEDA-2D4A1EC80078}">
      <dgm:prSet/>
      <dgm:spPr/>
      <dgm:t>
        <a:bodyPr/>
        <a:lstStyle/>
        <a:p>
          <a:endParaRPr lang="en-US"/>
        </a:p>
      </dgm:t>
    </dgm:pt>
    <dgm:pt modelId="{6F8ACA10-6357-408D-93FD-12EE385B72F9}" type="sibTrans" cxnId="{772AB030-1868-42D4-BEDA-2D4A1EC80078}">
      <dgm:prSet/>
      <dgm:spPr/>
      <dgm:t>
        <a:bodyPr/>
        <a:lstStyle/>
        <a:p>
          <a:endParaRPr lang="en-US"/>
        </a:p>
      </dgm:t>
    </dgm:pt>
    <dgm:pt modelId="{90335862-10A2-4487-AFC3-30EB111B6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Psychological safety – Team members feel safe to speak up about mistakes or concerns without fear of punishment.</a:t>
          </a:r>
        </a:p>
      </dgm:t>
    </dgm:pt>
    <dgm:pt modelId="{44EC6ECA-0B77-46A5-8B5B-856390463C00}" type="parTrans" cxnId="{73E649C1-F8AD-479B-9000-DA286DC01CFA}">
      <dgm:prSet/>
      <dgm:spPr/>
      <dgm:t>
        <a:bodyPr/>
        <a:lstStyle/>
        <a:p>
          <a:endParaRPr lang="en-US"/>
        </a:p>
      </dgm:t>
    </dgm:pt>
    <dgm:pt modelId="{F1FF3769-0061-4D6C-85C6-1F5A7C5E13AC}" type="sibTrans" cxnId="{73E649C1-F8AD-479B-9000-DA286DC01CFA}">
      <dgm:prSet/>
      <dgm:spPr/>
      <dgm:t>
        <a:bodyPr/>
        <a:lstStyle/>
        <a:p>
          <a:endParaRPr lang="en-US"/>
        </a:p>
      </dgm:t>
    </dgm:pt>
    <dgm:pt modelId="{2024A835-706F-47AF-9EB8-611226B682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Shared accountability – Responsibility for outcomes is distributed across teams and processes, not just individuals.</a:t>
          </a:r>
        </a:p>
      </dgm:t>
    </dgm:pt>
    <dgm:pt modelId="{4E573786-AD87-4FAA-B6E7-EDB3306F83F4}" type="parTrans" cxnId="{E592CB60-9518-4C9D-B86D-CD8E85307FFA}">
      <dgm:prSet/>
      <dgm:spPr/>
      <dgm:t>
        <a:bodyPr/>
        <a:lstStyle/>
        <a:p>
          <a:endParaRPr lang="en-US"/>
        </a:p>
      </dgm:t>
    </dgm:pt>
    <dgm:pt modelId="{E4A4984E-EC24-4F11-81F6-89033A726F9A}" type="sibTrans" cxnId="{E592CB60-9518-4C9D-B86D-CD8E85307FFA}">
      <dgm:prSet/>
      <dgm:spPr/>
      <dgm:t>
        <a:bodyPr/>
        <a:lstStyle/>
        <a:p>
          <a:endParaRPr lang="en-US"/>
        </a:p>
      </dgm:t>
    </dgm:pt>
    <dgm:pt modelId="{07D25E6F-9D10-4469-A429-E471A1C291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Purpose:</a:t>
          </a:r>
        </a:p>
      </dgm:t>
    </dgm:pt>
    <dgm:pt modelId="{0822F2A6-CEDF-4D05-9226-1EBB0694C5FE}" type="parTrans" cxnId="{17EADFFD-8F57-4FAB-B977-431DD595244A}">
      <dgm:prSet/>
      <dgm:spPr/>
      <dgm:t>
        <a:bodyPr/>
        <a:lstStyle/>
        <a:p>
          <a:endParaRPr lang="en-US"/>
        </a:p>
      </dgm:t>
    </dgm:pt>
    <dgm:pt modelId="{F5284F29-3A77-46D8-9F77-AFD7F7443AF7}" type="sibTrans" cxnId="{17EADFFD-8F57-4FAB-B977-431DD595244A}">
      <dgm:prSet/>
      <dgm:spPr/>
      <dgm:t>
        <a:bodyPr/>
        <a:lstStyle/>
        <a:p>
          <a:endParaRPr lang="en-US"/>
        </a:p>
      </dgm:t>
    </dgm:pt>
    <dgm:pt modelId="{DDA4CAE0-298B-4A34-8A8A-437F93D8A8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 why failures happen</a:t>
          </a:r>
        </a:p>
      </dgm:t>
    </dgm:pt>
    <dgm:pt modelId="{A7E9CD6C-1A06-4D26-A6C6-F4A5D9D385E4}" type="parTrans" cxnId="{0B7296E3-B6E3-4401-B248-5F2146A3EB17}">
      <dgm:prSet/>
      <dgm:spPr/>
      <dgm:t>
        <a:bodyPr/>
        <a:lstStyle/>
        <a:p>
          <a:endParaRPr lang="en-US"/>
        </a:p>
      </dgm:t>
    </dgm:pt>
    <dgm:pt modelId="{03FC660C-0D0F-4354-8037-F247942AE65E}" type="sibTrans" cxnId="{0B7296E3-B6E3-4401-B248-5F2146A3EB17}">
      <dgm:prSet/>
      <dgm:spPr/>
      <dgm:t>
        <a:bodyPr/>
        <a:lstStyle/>
        <a:p>
          <a:endParaRPr lang="en-US"/>
        </a:p>
      </dgm:t>
    </dgm:pt>
    <dgm:pt modelId="{F54373C9-D634-480D-AB31-2273040733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 systems, not punish people</a:t>
          </a:r>
        </a:p>
      </dgm:t>
    </dgm:pt>
    <dgm:pt modelId="{C08A4103-8563-4DD5-8B5C-4AFF9AE0C934}" type="parTrans" cxnId="{24E5B634-35E8-4582-A8AB-E2D9EC78FF65}">
      <dgm:prSet/>
      <dgm:spPr/>
      <dgm:t>
        <a:bodyPr/>
        <a:lstStyle/>
        <a:p>
          <a:endParaRPr lang="en-US"/>
        </a:p>
      </dgm:t>
    </dgm:pt>
    <dgm:pt modelId="{4FF412DC-802B-4460-B62E-91DC29AA90B1}" type="sibTrans" cxnId="{24E5B634-35E8-4582-A8AB-E2D9EC78FF65}">
      <dgm:prSet/>
      <dgm:spPr/>
      <dgm:t>
        <a:bodyPr/>
        <a:lstStyle/>
        <a:p>
          <a:endParaRPr lang="en-US"/>
        </a:p>
      </dgm:t>
    </dgm:pt>
    <dgm:pt modelId="{9770D5D6-1227-4809-9827-46D738FAD1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Embed learning into daily work</a:t>
          </a:r>
        </a:p>
      </dgm:t>
    </dgm:pt>
    <dgm:pt modelId="{6AFD2E01-411C-44F5-BF7A-2942D756716A}" type="parTrans" cxnId="{31902072-F3B2-4FC8-BBDF-B109E3025178}">
      <dgm:prSet/>
      <dgm:spPr/>
      <dgm:t>
        <a:bodyPr/>
        <a:lstStyle/>
        <a:p>
          <a:endParaRPr lang="en-US"/>
        </a:p>
      </dgm:t>
    </dgm:pt>
    <dgm:pt modelId="{7BFEDA4C-445B-4E80-87E7-569B2B6AF832}" type="sibTrans" cxnId="{31902072-F3B2-4FC8-BBDF-B109E3025178}">
      <dgm:prSet/>
      <dgm:spPr/>
      <dgm:t>
        <a:bodyPr/>
        <a:lstStyle/>
        <a:p>
          <a:endParaRPr lang="en-US"/>
        </a:p>
      </dgm:t>
    </dgm:pt>
    <dgm:pt modelId="{25DFB51A-DD23-4DB9-93E7-80CDAE53E353}" type="pres">
      <dgm:prSet presAssocID="{4304811B-F748-41E4-B54E-D279AE8FCD6F}" presName="root" presStyleCnt="0">
        <dgm:presLayoutVars>
          <dgm:dir/>
          <dgm:resizeHandles val="exact"/>
        </dgm:presLayoutVars>
      </dgm:prSet>
      <dgm:spPr/>
    </dgm:pt>
    <dgm:pt modelId="{A760DBF3-44AC-489A-BBFC-2801C85F3718}" type="pres">
      <dgm:prSet presAssocID="{8493248D-7D94-47F4-B0F6-113CD766B2A0}" presName="compNode" presStyleCnt="0"/>
      <dgm:spPr/>
    </dgm:pt>
    <dgm:pt modelId="{69353BAE-C588-4E46-B93D-24395E0079C5}" type="pres">
      <dgm:prSet presAssocID="{8493248D-7D94-47F4-B0F6-113CD766B2A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ABA698A-17F0-45BD-B58C-C5380A632728}" type="pres">
      <dgm:prSet presAssocID="{8493248D-7D94-47F4-B0F6-113CD766B2A0}" presName="iconSpace" presStyleCnt="0"/>
      <dgm:spPr/>
    </dgm:pt>
    <dgm:pt modelId="{63860C53-BD4E-4826-A1AC-C632AF3B2659}" type="pres">
      <dgm:prSet presAssocID="{8493248D-7D94-47F4-B0F6-113CD766B2A0}" presName="parTx" presStyleLbl="revTx" presStyleIdx="0" presStyleCnt="6">
        <dgm:presLayoutVars>
          <dgm:chMax val="0"/>
          <dgm:chPref val="0"/>
        </dgm:presLayoutVars>
      </dgm:prSet>
      <dgm:spPr/>
    </dgm:pt>
    <dgm:pt modelId="{8B24894F-E59C-45A1-9ACE-02628935D5EB}" type="pres">
      <dgm:prSet presAssocID="{8493248D-7D94-47F4-B0F6-113CD766B2A0}" presName="txSpace" presStyleCnt="0"/>
      <dgm:spPr/>
    </dgm:pt>
    <dgm:pt modelId="{5ED916F2-187F-4A37-B840-A386277FD8BB}" type="pres">
      <dgm:prSet presAssocID="{8493248D-7D94-47F4-B0F6-113CD766B2A0}" presName="desTx" presStyleLbl="revTx" presStyleIdx="1" presStyleCnt="6">
        <dgm:presLayoutVars/>
      </dgm:prSet>
      <dgm:spPr/>
    </dgm:pt>
    <dgm:pt modelId="{D48E4444-26CB-4FC4-AA34-A7A0FC233DC4}" type="pres">
      <dgm:prSet presAssocID="{A931BAEC-3E1C-4E7C-94CB-7FA4B70F428E}" presName="sibTrans" presStyleCnt="0"/>
      <dgm:spPr/>
    </dgm:pt>
    <dgm:pt modelId="{091DE159-7A89-45C8-BBF5-90D1E5650662}" type="pres">
      <dgm:prSet presAssocID="{B800B282-14D8-46C0-A331-51D2E754BE97}" presName="compNode" presStyleCnt="0"/>
      <dgm:spPr/>
    </dgm:pt>
    <dgm:pt modelId="{BF2F74A6-78FD-4E88-BD2F-1A082FFDA07D}" type="pres">
      <dgm:prSet presAssocID="{B800B282-14D8-46C0-A331-51D2E754BE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26AF2E1-DBDF-47D7-BAFA-8119EAAD922D}" type="pres">
      <dgm:prSet presAssocID="{B800B282-14D8-46C0-A331-51D2E754BE97}" presName="iconSpace" presStyleCnt="0"/>
      <dgm:spPr/>
    </dgm:pt>
    <dgm:pt modelId="{04CD9DAE-CEF6-4931-8368-EF21226293B4}" type="pres">
      <dgm:prSet presAssocID="{B800B282-14D8-46C0-A331-51D2E754BE97}" presName="parTx" presStyleLbl="revTx" presStyleIdx="2" presStyleCnt="6">
        <dgm:presLayoutVars>
          <dgm:chMax val="0"/>
          <dgm:chPref val="0"/>
        </dgm:presLayoutVars>
      </dgm:prSet>
      <dgm:spPr/>
    </dgm:pt>
    <dgm:pt modelId="{59C74469-E4F2-42F5-9189-88518A8DBA3A}" type="pres">
      <dgm:prSet presAssocID="{B800B282-14D8-46C0-A331-51D2E754BE97}" presName="txSpace" presStyleCnt="0"/>
      <dgm:spPr/>
    </dgm:pt>
    <dgm:pt modelId="{7E3228A0-E423-446D-86C8-5E2983C8DEFE}" type="pres">
      <dgm:prSet presAssocID="{B800B282-14D8-46C0-A331-51D2E754BE97}" presName="desTx" presStyleLbl="revTx" presStyleIdx="3" presStyleCnt="6">
        <dgm:presLayoutVars/>
      </dgm:prSet>
      <dgm:spPr/>
    </dgm:pt>
    <dgm:pt modelId="{5CB7065B-ABE8-4AA8-85CF-029BCB830DE3}" type="pres">
      <dgm:prSet presAssocID="{CE543CD3-EF89-4E0D-A58B-8F4BEE94E69E}" presName="sibTrans" presStyleCnt="0"/>
      <dgm:spPr/>
    </dgm:pt>
    <dgm:pt modelId="{10735628-F18E-4891-A648-38D39D7796A5}" type="pres">
      <dgm:prSet presAssocID="{07D25E6F-9D10-4469-A429-E471A1C29132}" presName="compNode" presStyleCnt="0"/>
      <dgm:spPr/>
    </dgm:pt>
    <dgm:pt modelId="{38F8F877-2007-410A-966A-8D17C3F760FE}" type="pres">
      <dgm:prSet presAssocID="{07D25E6F-9D10-4469-A429-E471A1C291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A658AD9-8263-4673-89AC-6266099CD199}" type="pres">
      <dgm:prSet presAssocID="{07D25E6F-9D10-4469-A429-E471A1C29132}" presName="iconSpace" presStyleCnt="0"/>
      <dgm:spPr/>
    </dgm:pt>
    <dgm:pt modelId="{2FCEB0C3-7F52-419F-9332-C9AE0F241399}" type="pres">
      <dgm:prSet presAssocID="{07D25E6F-9D10-4469-A429-E471A1C29132}" presName="parTx" presStyleLbl="revTx" presStyleIdx="4" presStyleCnt="6">
        <dgm:presLayoutVars>
          <dgm:chMax val="0"/>
          <dgm:chPref val="0"/>
        </dgm:presLayoutVars>
      </dgm:prSet>
      <dgm:spPr/>
    </dgm:pt>
    <dgm:pt modelId="{BD033B40-AD56-4D72-A72C-D4274BE4E9D4}" type="pres">
      <dgm:prSet presAssocID="{07D25E6F-9D10-4469-A429-E471A1C29132}" presName="txSpace" presStyleCnt="0"/>
      <dgm:spPr/>
    </dgm:pt>
    <dgm:pt modelId="{B3893FE0-6C11-4308-924D-B0F93196855A}" type="pres">
      <dgm:prSet presAssocID="{07D25E6F-9D10-4469-A429-E471A1C29132}" presName="desTx" presStyleLbl="revTx" presStyleIdx="5" presStyleCnt="6">
        <dgm:presLayoutVars/>
      </dgm:prSet>
      <dgm:spPr/>
    </dgm:pt>
  </dgm:ptLst>
  <dgm:cxnLst>
    <dgm:cxn modelId="{A3E79406-E341-41E6-9ED9-B565F94C89F8}" srcId="{4304811B-F748-41E4-B54E-D279AE8FCD6F}" destId="{B800B282-14D8-46C0-A331-51D2E754BE97}" srcOrd="1" destOrd="0" parTransId="{6B06881D-84DB-434F-8F48-1B292A865A3F}" sibTransId="{CE543CD3-EF89-4E0D-A58B-8F4BEE94E69E}"/>
    <dgm:cxn modelId="{DEF7D90A-140D-4EF8-9B33-FC8ACF075F95}" type="presOf" srcId="{F54373C9-D634-480D-AB31-22730407331D}" destId="{B3893FE0-6C11-4308-924D-B0F93196855A}" srcOrd="0" destOrd="1" presId="urn:microsoft.com/office/officeart/2018/5/layout/CenteredIconLabelDescriptionList"/>
    <dgm:cxn modelId="{281DC60C-1224-46B8-A604-02A4832B414E}" type="presOf" srcId="{9770D5D6-1227-4809-9827-46D738FAD131}" destId="{B3893FE0-6C11-4308-924D-B0F93196855A}" srcOrd="0" destOrd="2" presId="urn:microsoft.com/office/officeart/2018/5/layout/CenteredIconLabelDescriptionList"/>
    <dgm:cxn modelId="{649DC714-A868-4E94-AA2D-439C01CF9E24}" type="presOf" srcId="{90335862-10A2-4487-AFC3-30EB111B6D4D}" destId="{7E3228A0-E423-446D-86C8-5E2983C8DEFE}" srcOrd="0" destOrd="1" presId="urn:microsoft.com/office/officeart/2018/5/layout/CenteredIconLabelDescriptionList"/>
    <dgm:cxn modelId="{772AB030-1868-42D4-BEDA-2D4A1EC80078}" srcId="{B800B282-14D8-46C0-A331-51D2E754BE97}" destId="{F8CF0BE8-B819-4D38-816A-3EF84BF90E13}" srcOrd="0" destOrd="0" parTransId="{45B6C015-46D5-40E8-9FA9-1B62F9240367}" sibTransId="{6F8ACA10-6357-408D-93FD-12EE385B72F9}"/>
    <dgm:cxn modelId="{24E5B634-35E8-4582-A8AB-E2D9EC78FF65}" srcId="{07D25E6F-9D10-4469-A429-E471A1C29132}" destId="{F54373C9-D634-480D-AB31-22730407331D}" srcOrd="1" destOrd="0" parTransId="{C08A4103-8563-4DD5-8B5C-4AFF9AE0C934}" sibTransId="{4FF412DC-802B-4460-B62E-91DC29AA90B1}"/>
    <dgm:cxn modelId="{82656C3B-8B38-4C83-BA60-D631707EE5AB}" type="presOf" srcId="{8493248D-7D94-47F4-B0F6-113CD766B2A0}" destId="{63860C53-BD4E-4826-A1AC-C632AF3B2659}" srcOrd="0" destOrd="0" presId="urn:microsoft.com/office/officeart/2018/5/layout/CenteredIconLabelDescriptionList"/>
    <dgm:cxn modelId="{E592CB60-9518-4C9D-B86D-CD8E85307FFA}" srcId="{B800B282-14D8-46C0-A331-51D2E754BE97}" destId="{2024A835-706F-47AF-9EB8-611226B6821B}" srcOrd="2" destOrd="0" parTransId="{4E573786-AD87-4FAA-B6E7-EDB3306F83F4}" sibTransId="{E4A4984E-EC24-4F11-81F6-89033A726F9A}"/>
    <dgm:cxn modelId="{393AB06D-6F4F-40D6-B59B-8137F2D23D83}" type="presOf" srcId="{07D25E6F-9D10-4469-A429-E471A1C29132}" destId="{2FCEB0C3-7F52-419F-9332-C9AE0F241399}" srcOrd="0" destOrd="0" presId="urn:microsoft.com/office/officeart/2018/5/layout/CenteredIconLabelDescriptionList"/>
    <dgm:cxn modelId="{D3D8994E-4A6F-4B9F-AAB2-0A1AA9E138E4}" type="presOf" srcId="{4304811B-F748-41E4-B54E-D279AE8FCD6F}" destId="{25DFB51A-DD23-4DB9-93E7-80CDAE53E353}" srcOrd="0" destOrd="0" presId="urn:microsoft.com/office/officeart/2018/5/layout/CenteredIconLabelDescriptionList"/>
    <dgm:cxn modelId="{31902072-F3B2-4FC8-BBDF-B109E3025178}" srcId="{07D25E6F-9D10-4469-A429-E471A1C29132}" destId="{9770D5D6-1227-4809-9827-46D738FAD131}" srcOrd="2" destOrd="0" parTransId="{6AFD2E01-411C-44F5-BF7A-2942D756716A}" sibTransId="{7BFEDA4C-445B-4E80-87E7-569B2B6AF832}"/>
    <dgm:cxn modelId="{0FF9BC52-D632-4CDA-AC3A-CB64F611151E}" type="presOf" srcId="{DDA4CAE0-298B-4A34-8A8A-437F93D8A8BE}" destId="{B3893FE0-6C11-4308-924D-B0F93196855A}" srcOrd="0" destOrd="0" presId="urn:microsoft.com/office/officeart/2018/5/layout/CenteredIconLabelDescriptionList"/>
    <dgm:cxn modelId="{D3E5367C-5F42-43E4-B704-514017DCC02F}" type="presOf" srcId="{F8CF0BE8-B819-4D38-816A-3EF84BF90E13}" destId="{7E3228A0-E423-446D-86C8-5E2983C8DEFE}" srcOrd="0" destOrd="0" presId="urn:microsoft.com/office/officeart/2018/5/layout/CenteredIconLabelDescriptionList"/>
    <dgm:cxn modelId="{7514C092-2E6D-43D7-B987-0425626691A0}" srcId="{4304811B-F748-41E4-B54E-D279AE8FCD6F}" destId="{8493248D-7D94-47F4-B0F6-113CD766B2A0}" srcOrd="0" destOrd="0" parTransId="{09AC8CCC-25DE-4682-A2F6-2C10736FD792}" sibTransId="{A931BAEC-3E1C-4E7C-94CB-7FA4B70F428E}"/>
    <dgm:cxn modelId="{FEF088A1-6F87-4BCF-9495-A1839456FE5C}" type="presOf" srcId="{B800B282-14D8-46C0-A331-51D2E754BE97}" destId="{04CD9DAE-CEF6-4931-8368-EF21226293B4}" srcOrd="0" destOrd="0" presId="urn:microsoft.com/office/officeart/2018/5/layout/CenteredIconLabelDescriptionList"/>
    <dgm:cxn modelId="{73E649C1-F8AD-479B-9000-DA286DC01CFA}" srcId="{B800B282-14D8-46C0-A331-51D2E754BE97}" destId="{90335862-10A2-4487-AFC3-30EB111B6D4D}" srcOrd="1" destOrd="0" parTransId="{44EC6ECA-0B77-46A5-8B5B-856390463C00}" sibTransId="{F1FF3769-0061-4D6C-85C6-1F5A7C5E13AC}"/>
    <dgm:cxn modelId="{0B7296E3-B6E3-4401-B248-5F2146A3EB17}" srcId="{07D25E6F-9D10-4469-A429-E471A1C29132}" destId="{DDA4CAE0-298B-4A34-8A8A-437F93D8A8BE}" srcOrd="0" destOrd="0" parTransId="{A7E9CD6C-1A06-4D26-A6C6-F4A5D9D385E4}" sibTransId="{03FC660C-0D0F-4354-8037-F247942AE65E}"/>
    <dgm:cxn modelId="{08AAD0F5-D10D-450B-A4F3-28EA194CC1F5}" type="presOf" srcId="{2024A835-706F-47AF-9EB8-611226B6821B}" destId="{7E3228A0-E423-446D-86C8-5E2983C8DEFE}" srcOrd="0" destOrd="2" presId="urn:microsoft.com/office/officeart/2018/5/layout/CenteredIconLabelDescriptionList"/>
    <dgm:cxn modelId="{17EADFFD-8F57-4FAB-B977-431DD595244A}" srcId="{4304811B-F748-41E4-B54E-D279AE8FCD6F}" destId="{07D25E6F-9D10-4469-A429-E471A1C29132}" srcOrd="2" destOrd="0" parTransId="{0822F2A6-CEDF-4D05-9226-1EBB0694C5FE}" sibTransId="{F5284F29-3A77-46D8-9F77-AFD7F7443AF7}"/>
    <dgm:cxn modelId="{3FEE5A7E-DC9E-4975-A9A0-6B7700544EAD}" type="presParOf" srcId="{25DFB51A-DD23-4DB9-93E7-80CDAE53E353}" destId="{A760DBF3-44AC-489A-BBFC-2801C85F3718}" srcOrd="0" destOrd="0" presId="urn:microsoft.com/office/officeart/2018/5/layout/CenteredIconLabelDescriptionList"/>
    <dgm:cxn modelId="{932D3C27-F50F-4DBE-B13B-A8F62C330AE0}" type="presParOf" srcId="{A760DBF3-44AC-489A-BBFC-2801C85F3718}" destId="{69353BAE-C588-4E46-B93D-24395E0079C5}" srcOrd="0" destOrd="0" presId="urn:microsoft.com/office/officeart/2018/5/layout/CenteredIconLabelDescriptionList"/>
    <dgm:cxn modelId="{AECE8621-6E08-4EAD-9FEF-78F20C0F58E8}" type="presParOf" srcId="{A760DBF3-44AC-489A-BBFC-2801C85F3718}" destId="{8ABA698A-17F0-45BD-B58C-C5380A632728}" srcOrd="1" destOrd="0" presId="urn:microsoft.com/office/officeart/2018/5/layout/CenteredIconLabelDescriptionList"/>
    <dgm:cxn modelId="{69500C0E-46FC-48D9-86AA-16B756F2B243}" type="presParOf" srcId="{A760DBF3-44AC-489A-BBFC-2801C85F3718}" destId="{63860C53-BD4E-4826-A1AC-C632AF3B2659}" srcOrd="2" destOrd="0" presId="urn:microsoft.com/office/officeart/2018/5/layout/CenteredIconLabelDescriptionList"/>
    <dgm:cxn modelId="{D86E1892-1930-4DF0-B4B2-CD963D37B14B}" type="presParOf" srcId="{A760DBF3-44AC-489A-BBFC-2801C85F3718}" destId="{8B24894F-E59C-45A1-9ACE-02628935D5EB}" srcOrd="3" destOrd="0" presId="urn:microsoft.com/office/officeart/2018/5/layout/CenteredIconLabelDescriptionList"/>
    <dgm:cxn modelId="{BCBDF13B-CE2E-4B34-B2B4-166A54F57783}" type="presParOf" srcId="{A760DBF3-44AC-489A-BBFC-2801C85F3718}" destId="{5ED916F2-187F-4A37-B840-A386277FD8BB}" srcOrd="4" destOrd="0" presId="urn:microsoft.com/office/officeart/2018/5/layout/CenteredIconLabelDescriptionList"/>
    <dgm:cxn modelId="{C5B15CEF-41CB-4775-A720-7D706B1D0321}" type="presParOf" srcId="{25DFB51A-DD23-4DB9-93E7-80CDAE53E353}" destId="{D48E4444-26CB-4FC4-AA34-A7A0FC233DC4}" srcOrd="1" destOrd="0" presId="urn:microsoft.com/office/officeart/2018/5/layout/CenteredIconLabelDescriptionList"/>
    <dgm:cxn modelId="{949D6421-141F-440C-AC50-821B55564BA8}" type="presParOf" srcId="{25DFB51A-DD23-4DB9-93E7-80CDAE53E353}" destId="{091DE159-7A89-45C8-BBF5-90D1E5650662}" srcOrd="2" destOrd="0" presId="urn:microsoft.com/office/officeart/2018/5/layout/CenteredIconLabelDescriptionList"/>
    <dgm:cxn modelId="{A2C79570-BD9B-4696-B40A-1339E445E639}" type="presParOf" srcId="{091DE159-7A89-45C8-BBF5-90D1E5650662}" destId="{BF2F74A6-78FD-4E88-BD2F-1A082FFDA07D}" srcOrd="0" destOrd="0" presId="urn:microsoft.com/office/officeart/2018/5/layout/CenteredIconLabelDescriptionList"/>
    <dgm:cxn modelId="{302A886F-BA2B-4CBA-A010-CCB2CDC088A6}" type="presParOf" srcId="{091DE159-7A89-45C8-BBF5-90D1E5650662}" destId="{826AF2E1-DBDF-47D7-BAFA-8119EAAD922D}" srcOrd="1" destOrd="0" presId="urn:microsoft.com/office/officeart/2018/5/layout/CenteredIconLabelDescriptionList"/>
    <dgm:cxn modelId="{A5876FA0-FE99-4496-A87B-5D521D24315E}" type="presParOf" srcId="{091DE159-7A89-45C8-BBF5-90D1E5650662}" destId="{04CD9DAE-CEF6-4931-8368-EF21226293B4}" srcOrd="2" destOrd="0" presId="urn:microsoft.com/office/officeart/2018/5/layout/CenteredIconLabelDescriptionList"/>
    <dgm:cxn modelId="{CC0B3558-569D-4FF2-BC64-17E785304C3E}" type="presParOf" srcId="{091DE159-7A89-45C8-BBF5-90D1E5650662}" destId="{59C74469-E4F2-42F5-9189-88518A8DBA3A}" srcOrd="3" destOrd="0" presId="urn:microsoft.com/office/officeart/2018/5/layout/CenteredIconLabelDescriptionList"/>
    <dgm:cxn modelId="{190042FB-85E7-4214-B1E1-B26A04A43787}" type="presParOf" srcId="{091DE159-7A89-45C8-BBF5-90D1E5650662}" destId="{7E3228A0-E423-446D-86C8-5E2983C8DEFE}" srcOrd="4" destOrd="0" presId="urn:microsoft.com/office/officeart/2018/5/layout/CenteredIconLabelDescriptionList"/>
    <dgm:cxn modelId="{BC12CA88-1201-422E-B058-16C77DC3E629}" type="presParOf" srcId="{25DFB51A-DD23-4DB9-93E7-80CDAE53E353}" destId="{5CB7065B-ABE8-4AA8-85CF-029BCB830DE3}" srcOrd="3" destOrd="0" presId="urn:microsoft.com/office/officeart/2018/5/layout/CenteredIconLabelDescriptionList"/>
    <dgm:cxn modelId="{1D957D60-8B5D-4E5C-937A-9012ED9F5CAF}" type="presParOf" srcId="{25DFB51A-DD23-4DB9-93E7-80CDAE53E353}" destId="{10735628-F18E-4891-A648-38D39D7796A5}" srcOrd="4" destOrd="0" presId="urn:microsoft.com/office/officeart/2018/5/layout/CenteredIconLabelDescriptionList"/>
    <dgm:cxn modelId="{AE3851C8-8087-443B-B566-3C695E4788BD}" type="presParOf" srcId="{10735628-F18E-4891-A648-38D39D7796A5}" destId="{38F8F877-2007-410A-966A-8D17C3F760FE}" srcOrd="0" destOrd="0" presId="urn:microsoft.com/office/officeart/2018/5/layout/CenteredIconLabelDescriptionList"/>
    <dgm:cxn modelId="{5B530FE5-B0FA-4887-9DF5-3D8D4B5E88E7}" type="presParOf" srcId="{10735628-F18E-4891-A648-38D39D7796A5}" destId="{2A658AD9-8263-4673-89AC-6266099CD199}" srcOrd="1" destOrd="0" presId="urn:microsoft.com/office/officeart/2018/5/layout/CenteredIconLabelDescriptionList"/>
    <dgm:cxn modelId="{D67369DA-F6E2-403B-9684-E2AE379128D5}" type="presParOf" srcId="{10735628-F18E-4891-A648-38D39D7796A5}" destId="{2FCEB0C3-7F52-419F-9332-C9AE0F241399}" srcOrd="2" destOrd="0" presId="urn:microsoft.com/office/officeart/2018/5/layout/CenteredIconLabelDescriptionList"/>
    <dgm:cxn modelId="{C0F7930B-C0E0-4830-BD43-B228A8C1C1C2}" type="presParOf" srcId="{10735628-F18E-4891-A648-38D39D7796A5}" destId="{BD033B40-AD56-4D72-A72C-D4274BE4E9D4}" srcOrd="3" destOrd="0" presId="urn:microsoft.com/office/officeart/2018/5/layout/CenteredIconLabelDescriptionList"/>
    <dgm:cxn modelId="{3155A49B-0B48-4D88-ADF6-21231A8C6D41}" type="presParOf" srcId="{10735628-F18E-4891-A648-38D39D7796A5}" destId="{B3893FE0-6C11-4308-924D-B0F93196855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2E79EB-EFD5-4283-9142-8F9DBD27AE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A4AD732-939B-4B6B-BBA5-F93AD69C47A5}">
      <dgm:prSet/>
      <dgm:spPr/>
      <dgm:t>
        <a:bodyPr/>
        <a:lstStyle/>
        <a:p>
          <a:r>
            <a:rPr lang="en-US"/>
            <a:t>DevOps requires frequent change and experimentation.</a:t>
          </a:r>
        </a:p>
      </dgm:t>
    </dgm:pt>
    <dgm:pt modelId="{ED5C8CC3-CB82-4873-BAFF-2156832592E8}" type="parTrans" cxnId="{D31AB0FA-A972-4015-B6FE-05202E114899}">
      <dgm:prSet/>
      <dgm:spPr/>
      <dgm:t>
        <a:bodyPr/>
        <a:lstStyle/>
        <a:p>
          <a:endParaRPr lang="en-US"/>
        </a:p>
      </dgm:t>
    </dgm:pt>
    <dgm:pt modelId="{5224F612-593C-402F-9FD8-32EA8F3FDDC2}" type="sibTrans" cxnId="{D31AB0FA-A972-4015-B6FE-05202E114899}">
      <dgm:prSet/>
      <dgm:spPr/>
      <dgm:t>
        <a:bodyPr/>
        <a:lstStyle/>
        <a:p>
          <a:endParaRPr lang="en-US"/>
        </a:p>
      </dgm:t>
    </dgm:pt>
    <dgm:pt modelId="{68484CC7-5064-4251-B9D5-1704A9A8D401}">
      <dgm:prSet/>
      <dgm:spPr/>
      <dgm:t>
        <a:bodyPr/>
        <a:lstStyle/>
        <a:p>
          <a:r>
            <a:rPr lang="en-US"/>
            <a:t>Failures are inevitable in complex systems.</a:t>
          </a:r>
        </a:p>
      </dgm:t>
    </dgm:pt>
    <dgm:pt modelId="{88960552-6560-4BF6-9DDC-A112AB483A06}" type="parTrans" cxnId="{59C7C211-0A0C-455B-AD8F-B796CA3B7AF6}">
      <dgm:prSet/>
      <dgm:spPr/>
      <dgm:t>
        <a:bodyPr/>
        <a:lstStyle/>
        <a:p>
          <a:endParaRPr lang="en-US"/>
        </a:p>
      </dgm:t>
    </dgm:pt>
    <dgm:pt modelId="{BEA3F080-6652-43B5-8B10-173B88153E98}" type="sibTrans" cxnId="{59C7C211-0A0C-455B-AD8F-B796CA3B7AF6}">
      <dgm:prSet/>
      <dgm:spPr/>
      <dgm:t>
        <a:bodyPr/>
        <a:lstStyle/>
        <a:p>
          <a:endParaRPr lang="en-US"/>
        </a:p>
      </dgm:t>
    </dgm:pt>
    <dgm:pt modelId="{182C8318-26E6-4527-893E-06711AE22AC0}">
      <dgm:prSet/>
      <dgm:spPr/>
      <dgm:t>
        <a:bodyPr/>
        <a:lstStyle/>
        <a:p>
          <a:r>
            <a:rPr lang="en-US"/>
            <a:t>A just culture:</a:t>
          </a:r>
        </a:p>
      </dgm:t>
    </dgm:pt>
    <dgm:pt modelId="{CE4E6FF9-DB2F-45FD-8E09-D7B32A12BD14}" type="parTrans" cxnId="{7A89FD78-562E-4892-A98A-D70929CAD4EC}">
      <dgm:prSet/>
      <dgm:spPr/>
      <dgm:t>
        <a:bodyPr/>
        <a:lstStyle/>
        <a:p>
          <a:endParaRPr lang="en-US"/>
        </a:p>
      </dgm:t>
    </dgm:pt>
    <dgm:pt modelId="{F15D354D-AC2E-4430-B6B2-DF463318FFC9}" type="sibTrans" cxnId="{7A89FD78-562E-4892-A98A-D70929CAD4EC}">
      <dgm:prSet/>
      <dgm:spPr/>
      <dgm:t>
        <a:bodyPr/>
        <a:lstStyle/>
        <a:p>
          <a:endParaRPr lang="en-US"/>
        </a:p>
      </dgm:t>
    </dgm:pt>
    <dgm:pt modelId="{819575CF-F69E-48DD-9A91-7303C0737F32}">
      <dgm:prSet/>
      <dgm:spPr/>
      <dgm:t>
        <a:bodyPr/>
        <a:lstStyle/>
        <a:p>
          <a:r>
            <a:rPr lang="en-US"/>
            <a:t>Reduces fear of reporting problems</a:t>
          </a:r>
        </a:p>
      </dgm:t>
    </dgm:pt>
    <dgm:pt modelId="{3F7BAADF-CEFE-4EBC-9B14-D5384068776E}" type="parTrans" cxnId="{3EE4759A-8115-4739-945A-0E16AF067D8F}">
      <dgm:prSet/>
      <dgm:spPr/>
      <dgm:t>
        <a:bodyPr/>
        <a:lstStyle/>
        <a:p>
          <a:endParaRPr lang="en-US"/>
        </a:p>
      </dgm:t>
    </dgm:pt>
    <dgm:pt modelId="{72C63832-51A6-4877-92BA-57F0C2A785F5}" type="sibTrans" cxnId="{3EE4759A-8115-4739-945A-0E16AF067D8F}">
      <dgm:prSet/>
      <dgm:spPr/>
      <dgm:t>
        <a:bodyPr/>
        <a:lstStyle/>
        <a:p>
          <a:endParaRPr lang="en-US"/>
        </a:p>
      </dgm:t>
    </dgm:pt>
    <dgm:pt modelId="{6863294A-C9F9-4E0A-A5FB-2C07ACF0CC50}">
      <dgm:prSet/>
      <dgm:spPr/>
      <dgm:t>
        <a:bodyPr/>
        <a:lstStyle/>
        <a:p>
          <a:r>
            <a:rPr lang="en-US"/>
            <a:t>Enables rapid recovery and improvement</a:t>
          </a:r>
        </a:p>
      </dgm:t>
    </dgm:pt>
    <dgm:pt modelId="{CCD9B6C1-DE2A-4866-B98A-998BA820EBA3}" type="parTrans" cxnId="{4D843599-B615-4D26-A809-D7EC25148313}">
      <dgm:prSet/>
      <dgm:spPr/>
      <dgm:t>
        <a:bodyPr/>
        <a:lstStyle/>
        <a:p>
          <a:endParaRPr lang="en-US"/>
        </a:p>
      </dgm:t>
    </dgm:pt>
    <dgm:pt modelId="{059CCE05-083E-4360-97D9-6219A2E4E446}" type="sibTrans" cxnId="{4D843599-B615-4D26-A809-D7EC25148313}">
      <dgm:prSet/>
      <dgm:spPr/>
      <dgm:t>
        <a:bodyPr/>
        <a:lstStyle/>
        <a:p>
          <a:endParaRPr lang="en-US"/>
        </a:p>
      </dgm:t>
    </dgm:pt>
    <dgm:pt modelId="{FF3B69AD-3D27-4DC2-8ADC-AD376113949D}">
      <dgm:prSet/>
      <dgm:spPr/>
      <dgm:t>
        <a:bodyPr/>
        <a:lstStyle/>
        <a:p>
          <a:r>
            <a:rPr lang="en-US"/>
            <a:t>Turns local discoveries into global standards</a:t>
          </a:r>
        </a:p>
      </dgm:t>
    </dgm:pt>
    <dgm:pt modelId="{93D54457-8008-47EE-99CE-2D2B63C61853}" type="parTrans" cxnId="{DD2C390B-0EAF-4059-B125-E4A05D0AC55A}">
      <dgm:prSet/>
      <dgm:spPr/>
      <dgm:t>
        <a:bodyPr/>
        <a:lstStyle/>
        <a:p>
          <a:endParaRPr lang="en-US"/>
        </a:p>
      </dgm:t>
    </dgm:pt>
    <dgm:pt modelId="{5109918E-A384-4F51-BF8B-8EE99A1A08D8}" type="sibTrans" cxnId="{DD2C390B-0EAF-4059-B125-E4A05D0AC55A}">
      <dgm:prSet/>
      <dgm:spPr/>
      <dgm:t>
        <a:bodyPr/>
        <a:lstStyle/>
        <a:p>
          <a:endParaRPr lang="en-US"/>
        </a:p>
      </dgm:t>
    </dgm:pt>
    <dgm:pt modelId="{CC1BDEE0-D656-4CE8-AB87-B369B69BAF57}">
      <dgm:prSet/>
      <dgm:spPr/>
      <dgm:t>
        <a:bodyPr/>
        <a:lstStyle/>
        <a:p>
          <a:r>
            <a:rPr lang="en-US"/>
            <a:t>Intuit celebrates learnings from mistakes publicly to share knowledge across teams.(Kim, 2015)</a:t>
          </a:r>
        </a:p>
      </dgm:t>
    </dgm:pt>
    <dgm:pt modelId="{73267336-6F04-4C53-9216-D7FC293E14CE}" type="parTrans" cxnId="{FEC0F6A4-297C-4A01-83FB-2DAED5B8C90D}">
      <dgm:prSet/>
      <dgm:spPr/>
      <dgm:t>
        <a:bodyPr/>
        <a:lstStyle/>
        <a:p>
          <a:endParaRPr lang="en-US"/>
        </a:p>
      </dgm:t>
    </dgm:pt>
    <dgm:pt modelId="{BC1B64FE-C51F-4AE7-AC0E-BDE74EFB1730}" type="sibTrans" cxnId="{FEC0F6A4-297C-4A01-83FB-2DAED5B8C90D}">
      <dgm:prSet/>
      <dgm:spPr/>
      <dgm:t>
        <a:bodyPr/>
        <a:lstStyle/>
        <a:p>
          <a:endParaRPr lang="en-US"/>
        </a:p>
      </dgm:t>
    </dgm:pt>
    <dgm:pt modelId="{31BE08A1-1B5B-4D3E-BF28-154288AA8EF7}" type="pres">
      <dgm:prSet presAssocID="{112E79EB-EFD5-4283-9142-8F9DBD27AECF}" presName="root" presStyleCnt="0">
        <dgm:presLayoutVars>
          <dgm:dir/>
          <dgm:resizeHandles val="exact"/>
        </dgm:presLayoutVars>
      </dgm:prSet>
      <dgm:spPr/>
    </dgm:pt>
    <dgm:pt modelId="{CB2074CE-06F7-4178-BFE2-3AB9774B2396}" type="pres">
      <dgm:prSet presAssocID="{5A4AD732-939B-4B6B-BBA5-F93AD69C47A5}" presName="compNode" presStyleCnt="0"/>
      <dgm:spPr/>
    </dgm:pt>
    <dgm:pt modelId="{23678AE6-722C-434C-9DDC-876DC57737A7}" type="pres">
      <dgm:prSet presAssocID="{5A4AD732-939B-4B6B-BBA5-F93AD69C47A5}" presName="bgRect" presStyleLbl="bgShp" presStyleIdx="0" presStyleCnt="4"/>
      <dgm:spPr/>
    </dgm:pt>
    <dgm:pt modelId="{38FF5D00-1896-40BB-BFA3-A59881731DE8}" type="pres">
      <dgm:prSet presAssocID="{5A4AD732-939B-4B6B-BBA5-F93AD69C47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6F385436-D43F-48C9-BC3F-9AC86D034E5E}" type="pres">
      <dgm:prSet presAssocID="{5A4AD732-939B-4B6B-BBA5-F93AD69C47A5}" presName="spaceRect" presStyleCnt="0"/>
      <dgm:spPr/>
    </dgm:pt>
    <dgm:pt modelId="{C584616C-BDE7-4143-9D24-29D679D62F8D}" type="pres">
      <dgm:prSet presAssocID="{5A4AD732-939B-4B6B-BBA5-F93AD69C47A5}" presName="parTx" presStyleLbl="revTx" presStyleIdx="0" presStyleCnt="5">
        <dgm:presLayoutVars>
          <dgm:chMax val="0"/>
          <dgm:chPref val="0"/>
        </dgm:presLayoutVars>
      </dgm:prSet>
      <dgm:spPr/>
    </dgm:pt>
    <dgm:pt modelId="{35A8BF71-1FB9-4E75-B696-1CE43F7CC554}" type="pres">
      <dgm:prSet presAssocID="{5224F612-593C-402F-9FD8-32EA8F3FDDC2}" presName="sibTrans" presStyleCnt="0"/>
      <dgm:spPr/>
    </dgm:pt>
    <dgm:pt modelId="{B66C09F7-EF73-4837-8B2D-E29773C699F8}" type="pres">
      <dgm:prSet presAssocID="{68484CC7-5064-4251-B9D5-1704A9A8D401}" presName="compNode" presStyleCnt="0"/>
      <dgm:spPr/>
    </dgm:pt>
    <dgm:pt modelId="{25FC78BE-4A24-4F3A-BD00-7A2171E21338}" type="pres">
      <dgm:prSet presAssocID="{68484CC7-5064-4251-B9D5-1704A9A8D401}" presName="bgRect" presStyleLbl="bgShp" presStyleIdx="1" presStyleCnt="4"/>
      <dgm:spPr/>
    </dgm:pt>
    <dgm:pt modelId="{D6A681B5-D478-4486-AD72-EB5EB44FB9EB}" type="pres">
      <dgm:prSet presAssocID="{68484CC7-5064-4251-B9D5-1704A9A8D40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6E0C043-5588-47B3-BAE2-771B670F6AA2}" type="pres">
      <dgm:prSet presAssocID="{68484CC7-5064-4251-B9D5-1704A9A8D401}" presName="spaceRect" presStyleCnt="0"/>
      <dgm:spPr/>
    </dgm:pt>
    <dgm:pt modelId="{A22A3D30-2F42-499D-AF86-DF5F9CCFA0AB}" type="pres">
      <dgm:prSet presAssocID="{68484CC7-5064-4251-B9D5-1704A9A8D401}" presName="parTx" presStyleLbl="revTx" presStyleIdx="1" presStyleCnt="5">
        <dgm:presLayoutVars>
          <dgm:chMax val="0"/>
          <dgm:chPref val="0"/>
        </dgm:presLayoutVars>
      </dgm:prSet>
      <dgm:spPr/>
    </dgm:pt>
    <dgm:pt modelId="{FB5A05AD-D718-4173-A45B-123534159758}" type="pres">
      <dgm:prSet presAssocID="{BEA3F080-6652-43B5-8B10-173B88153E98}" presName="sibTrans" presStyleCnt="0"/>
      <dgm:spPr/>
    </dgm:pt>
    <dgm:pt modelId="{AE31E06A-21BE-46FD-A23B-A19CDE6698A0}" type="pres">
      <dgm:prSet presAssocID="{182C8318-26E6-4527-893E-06711AE22AC0}" presName="compNode" presStyleCnt="0"/>
      <dgm:spPr/>
    </dgm:pt>
    <dgm:pt modelId="{B590C306-3465-44BA-8FBE-C28F17B9A2AB}" type="pres">
      <dgm:prSet presAssocID="{182C8318-26E6-4527-893E-06711AE22AC0}" presName="bgRect" presStyleLbl="bgShp" presStyleIdx="2" presStyleCnt="4"/>
      <dgm:spPr/>
    </dgm:pt>
    <dgm:pt modelId="{6B4EDC15-979E-4CA0-ADE0-386EFC6A04C7}" type="pres">
      <dgm:prSet presAssocID="{182C8318-26E6-4527-893E-06711AE22A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5856F78-F41C-4D76-97B6-D4E8DEC4307C}" type="pres">
      <dgm:prSet presAssocID="{182C8318-26E6-4527-893E-06711AE22AC0}" presName="spaceRect" presStyleCnt="0"/>
      <dgm:spPr/>
    </dgm:pt>
    <dgm:pt modelId="{A36D24D1-3B13-424D-AE12-38992DC68B5D}" type="pres">
      <dgm:prSet presAssocID="{182C8318-26E6-4527-893E-06711AE22AC0}" presName="parTx" presStyleLbl="revTx" presStyleIdx="2" presStyleCnt="5">
        <dgm:presLayoutVars>
          <dgm:chMax val="0"/>
          <dgm:chPref val="0"/>
        </dgm:presLayoutVars>
      </dgm:prSet>
      <dgm:spPr/>
    </dgm:pt>
    <dgm:pt modelId="{73076E71-E476-44B9-BB98-8F6AF020E1B1}" type="pres">
      <dgm:prSet presAssocID="{182C8318-26E6-4527-893E-06711AE22AC0}" presName="desTx" presStyleLbl="revTx" presStyleIdx="3" presStyleCnt="5">
        <dgm:presLayoutVars/>
      </dgm:prSet>
      <dgm:spPr/>
    </dgm:pt>
    <dgm:pt modelId="{97B35263-BACF-47CA-B53F-5B3A924CBC87}" type="pres">
      <dgm:prSet presAssocID="{F15D354D-AC2E-4430-B6B2-DF463318FFC9}" presName="sibTrans" presStyleCnt="0"/>
      <dgm:spPr/>
    </dgm:pt>
    <dgm:pt modelId="{D5BCC868-9ADF-4391-80A7-BCDF7BDCACA6}" type="pres">
      <dgm:prSet presAssocID="{CC1BDEE0-D656-4CE8-AB87-B369B69BAF57}" presName="compNode" presStyleCnt="0"/>
      <dgm:spPr/>
    </dgm:pt>
    <dgm:pt modelId="{ED138705-BDE2-4502-8B75-9728889F06BE}" type="pres">
      <dgm:prSet presAssocID="{CC1BDEE0-D656-4CE8-AB87-B369B69BAF57}" presName="bgRect" presStyleLbl="bgShp" presStyleIdx="3" presStyleCnt="4"/>
      <dgm:spPr/>
    </dgm:pt>
    <dgm:pt modelId="{6899A0F3-2F72-4928-8B6B-A7C49A22B191}" type="pres">
      <dgm:prSet presAssocID="{CC1BDEE0-D656-4CE8-AB87-B369B69BAF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3148B4C2-625F-46B7-9294-2C7A06B4996C}" type="pres">
      <dgm:prSet presAssocID="{CC1BDEE0-D656-4CE8-AB87-B369B69BAF57}" presName="spaceRect" presStyleCnt="0"/>
      <dgm:spPr/>
    </dgm:pt>
    <dgm:pt modelId="{D9A991AC-A155-47D1-9FD3-F26D8AD86211}" type="pres">
      <dgm:prSet presAssocID="{CC1BDEE0-D656-4CE8-AB87-B369B69BAF5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9DE5006-D418-4416-A00A-CE8FED137EB4}" type="presOf" srcId="{6863294A-C9F9-4E0A-A5FB-2C07ACF0CC50}" destId="{73076E71-E476-44B9-BB98-8F6AF020E1B1}" srcOrd="0" destOrd="1" presId="urn:microsoft.com/office/officeart/2018/2/layout/IconVerticalSolidList"/>
    <dgm:cxn modelId="{DD2C390B-0EAF-4059-B125-E4A05D0AC55A}" srcId="{182C8318-26E6-4527-893E-06711AE22AC0}" destId="{FF3B69AD-3D27-4DC2-8ADC-AD376113949D}" srcOrd="2" destOrd="0" parTransId="{93D54457-8008-47EE-99CE-2D2B63C61853}" sibTransId="{5109918E-A384-4F51-BF8B-8EE99A1A08D8}"/>
    <dgm:cxn modelId="{59C7C211-0A0C-455B-AD8F-B796CA3B7AF6}" srcId="{112E79EB-EFD5-4283-9142-8F9DBD27AECF}" destId="{68484CC7-5064-4251-B9D5-1704A9A8D401}" srcOrd="1" destOrd="0" parTransId="{88960552-6560-4BF6-9DDC-A112AB483A06}" sibTransId="{BEA3F080-6652-43B5-8B10-173B88153E98}"/>
    <dgm:cxn modelId="{7A89FD78-562E-4892-A98A-D70929CAD4EC}" srcId="{112E79EB-EFD5-4283-9142-8F9DBD27AECF}" destId="{182C8318-26E6-4527-893E-06711AE22AC0}" srcOrd="2" destOrd="0" parTransId="{CE4E6FF9-DB2F-45FD-8E09-D7B32A12BD14}" sibTransId="{F15D354D-AC2E-4430-B6B2-DF463318FFC9}"/>
    <dgm:cxn modelId="{F79AC688-69AE-4543-A6DE-C6EC4CB7935D}" type="presOf" srcId="{182C8318-26E6-4527-893E-06711AE22AC0}" destId="{A36D24D1-3B13-424D-AE12-38992DC68B5D}" srcOrd="0" destOrd="0" presId="urn:microsoft.com/office/officeart/2018/2/layout/IconVerticalSolidList"/>
    <dgm:cxn modelId="{4D843599-B615-4D26-A809-D7EC25148313}" srcId="{182C8318-26E6-4527-893E-06711AE22AC0}" destId="{6863294A-C9F9-4E0A-A5FB-2C07ACF0CC50}" srcOrd="1" destOrd="0" parTransId="{CCD9B6C1-DE2A-4866-B98A-998BA820EBA3}" sibTransId="{059CCE05-083E-4360-97D9-6219A2E4E446}"/>
    <dgm:cxn modelId="{3EE4759A-8115-4739-945A-0E16AF067D8F}" srcId="{182C8318-26E6-4527-893E-06711AE22AC0}" destId="{819575CF-F69E-48DD-9A91-7303C0737F32}" srcOrd="0" destOrd="0" parTransId="{3F7BAADF-CEFE-4EBC-9B14-D5384068776E}" sibTransId="{72C63832-51A6-4877-92BA-57F0C2A785F5}"/>
    <dgm:cxn modelId="{FEC0F6A4-297C-4A01-83FB-2DAED5B8C90D}" srcId="{112E79EB-EFD5-4283-9142-8F9DBD27AECF}" destId="{CC1BDEE0-D656-4CE8-AB87-B369B69BAF57}" srcOrd="3" destOrd="0" parTransId="{73267336-6F04-4C53-9216-D7FC293E14CE}" sibTransId="{BC1B64FE-C51F-4AE7-AC0E-BDE74EFB1730}"/>
    <dgm:cxn modelId="{0E52A9A9-5DEA-4EE2-829C-FF87126062C0}" type="presOf" srcId="{68484CC7-5064-4251-B9D5-1704A9A8D401}" destId="{A22A3D30-2F42-499D-AF86-DF5F9CCFA0AB}" srcOrd="0" destOrd="0" presId="urn:microsoft.com/office/officeart/2018/2/layout/IconVerticalSolidList"/>
    <dgm:cxn modelId="{B2AF38AB-F5B2-487E-8FA6-B0D632B63080}" type="presOf" srcId="{5A4AD732-939B-4B6B-BBA5-F93AD69C47A5}" destId="{C584616C-BDE7-4143-9D24-29D679D62F8D}" srcOrd="0" destOrd="0" presId="urn:microsoft.com/office/officeart/2018/2/layout/IconVerticalSolidList"/>
    <dgm:cxn modelId="{445054AD-3B99-40F0-903B-4F3C12560471}" type="presOf" srcId="{CC1BDEE0-D656-4CE8-AB87-B369B69BAF57}" destId="{D9A991AC-A155-47D1-9FD3-F26D8AD86211}" srcOrd="0" destOrd="0" presId="urn:microsoft.com/office/officeart/2018/2/layout/IconVerticalSolidList"/>
    <dgm:cxn modelId="{BF9E03AF-5F5E-4DD3-8ED4-49F32A82D7B2}" type="presOf" srcId="{819575CF-F69E-48DD-9A91-7303C0737F32}" destId="{73076E71-E476-44B9-BB98-8F6AF020E1B1}" srcOrd="0" destOrd="0" presId="urn:microsoft.com/office/officeart/2018/2/layout/IconVerticalSolidList"/>
    <dgm:cxn modelId="{F137E1C1-7157-4286-92CE-73F2EC347D6B}" type="presOf" srcId="{FF3B69AD-3D27-4DC2-8ADC-AD376113949D}" destId="{73076E71-E476-44B9-BB98-8F6AF020E1B1}" srcOrd="0" destOrd="2" presId="urn:microsoft.com/office/officeart/2018/2/layout/IconVerticalSolidList"/>
    <dgm:cxn modelId="{F73E5BC4-0DC6-432C-8825-96B2F7232BCE}" type="presOf" srcId="{112E79EB-EFD5-4283-9142-8F9DBD27AECF}" destId="{31BE08A1-1B5B-4D3E-BF28-154288AA8EF7}" srcOrd="0" destOrd="0" presId="urn:microsoft.com/office/officeart/2018/2/layout/IconVerticalSolidList"/>
    <dgm:cxn modelId="{D31AB0FA-A972-4015-B6FE-05202E114899}" srcId="{112E79EB-EFD5-4283-9142-8F9DBD27AECF}" destId="{5A4AD732-939B-4B6B-BBA5-F93AD69C47A5}" srcOrd="0" destOrd="0" parTransId="{ED5C8CC3-CB82-4873-BAFF-2156832592E8}" sibTransId="{5224F612-593C-402F-9FD8-32EA8F3FDDC2}"/>
    <dgm:cxn modelId="{0B12736B-E176-4FD1-A7C7-B9A29CD22C47}" type="presParOf" srcId="{31BE08A1-1B5B-4D3E-BF28-154288AA8EF7}" destId="{CB2074CE-06F7-4178-BFE2-3AB9774B2396}" srcOrd="0" destOrd="0" presId="urn:microsoft.com/office/officeart/2018/2/layout/IconVerticalSolidList"/>
    <dgm:cxn modelId="{003E26F8-3CE6-4D5E-8C48-4330CEE5AA94}" type="presParOf" srcId="{CB2074CE-06F7-4178-BFE2-3AB9774B2396}" destId="{23678AE6-722C-434C-9DDC-876DC57737A7}" srcOrd="0" destOrd="0" presId="urn:microsoft.com/office/officeart/2018/2/layout/IconVerticalSolidList"/>
    <dgm:cxn modelId="{FEA5A55F-D393-4178-B01D-3D3C5D551BF0}" type="presParOf" srcId="{CB2074CE-06F7-4178-BFE2-3AB9774B2396}" destId="{38FF5D00-1896-40BB-BFA3-A59881731DE8}" srcOrd="1" destOrd="0" presId="urn:microsoft.com/office/officeart/2018/2/layout/IconVerticalSolidList"/>
    <dgm:cxn modelId="{6E3AEA31-3AF0-4AF6-B4D1-A80497B45F84}" type="presParOf" srcId="{CB2074CE-06F7-4178-BFE2-3AB9774B2396}" destId="{6F385436-D43F-48C9-BC3F-9AC86D034E5E}" srcOrd="2" destOrd="0" presId="urn:microsoft.com/office/officeart/2018/2/layout/IconVerticalSolidList"/>
    <dgm:cxn modelId="{805A6865-BE84-4BAB-BBB0-9BD92C6CBA40}" type="presParOf" srcId="{CB2074CE-06F7-4178-BFE2-3AB9774B2396}" destId="{C584616C-BDE7-4143-9D24-29D679D62F8D}" srcOrd="3" destOrd="0" presId="urn:microsoft.com/office/officeart/2018/2/layout/IconVerticalSolidList"/>
    <dgm:cxn modelId="{15996FF2-98F8-45F3-9156-9CC6174991BD}" type="presParOf" srcId="{31BE08A1-1B5B-4D3E-BF28-154288AA8EF7}" destId="{35A8BF71-1FB9-4E75-B696-1CE43F7CC554}" srcOrd="1" destOrd="0" presId="urn:microsoft.com/office/officeart/2018/2/layout/IconVerticalSolidList"/>
    <dgm:cxn modelId="{30A0C65D-D7C2-420A-8A31-0B5E32313D99}" type="presParOf" srcId="{31BE08A1-1B5B-4D3E-BF28-154288AA8EF7}" destId="{B66C09F7-EF73-4837-8B2D-E29773C699F8}" srcOrd="2" destOrd="0" presId="urn:microsoft.com/office/officeart/2018/2/layout/IconVerticalSolidList"/>
    <dgm:cxn modelId="{1026C45D-49AC-4ED0-BBEB-E3DCF4135353}" type="presParOf" srcId="{B66C09F7-EF73-4837-8B2D-E29773C699F8}" destId="{25FC78BE-4A24-4F3A-BD00-7A2171E21338}" srcOrd="0" destOrd="0" presId="urn:microsoft.com/office/officeart/2018/2/layout/IconVerticalSolidList"/>
    <dgm:cxn modelId="{3261000E-2DCB-4DAB-9B0A-0158EC220396}" type="presParOf" srcId="{B66C09F7-EF73-4837-8B2D-E29773C699F8}" destId="{D6A681B5-D478-4486-AD72-EB5EB44FB9EB}" srcOrd="1" destOrd="0" presId="urn:microsoft.com/office/officeart/2018/2/layout/IconVerticalSolidList"/>
    <dgm:cxn modelId="{DB3FA870-CBF2-4260-859D-52FE1BDF88E7}" type="presParOf" srcId="{B66C09F7-EF73-4837-8B2D-E29773C699F8}" destId="{A6E0C043-5588-47B3-BAE2-771B670F6AA2}" srcOrd="2" destOrd="0" presId="urn:microsoft.com/office/officeart/2018/2/layout/IconVerticalSolidList"/>
    <dgm:cxn modelId="{FA76B9C6-AD08-440B-BCE9-ACE10BF7C2B2}" type="presParOf" srcId="{B66C09F7-EF73-4837-8B2D-E29773C699F8}" destId="{A22A3D30-2F42-499D-AF86-DF5F9CCFA0AB}" srcOrd="3" destOrd="0" presId="urn:microsoft.com/office/officeart/2018/2/layout/IconVerticalSolidList"/>
    <dgm:cxn modelId="{2FC7DF14-0498-460F-9588-48F671C892EF}" type="presParOf" srcId="{31BE08A1-1B5B-4D3E-BF28-154288AA8EF7}" destId="{FB5A05AD-D718-4173-A45B-123534159758}" srcOrd="3" destOrd="0" presId="urn:microsoft.com/office/officeart/2018/2/layout/IconVerticalSolidList"/>
    <dgm:cxn modelId="{E8F5DDB7-36E4-4608-BA10-158C6C8037A7}" type="presParOf" srcId="{31BE08A1-1B5B-4D3E-BF28-154288AA8EF7}" destId="{AE31E06A-21BE-46FD-A23B-A19CDE6698A0}" srcOrd="4" destOrd="0" presId="urn:microsoft.com/office/officeart/2018/2/layout/IconVerticalSolidList"/>
    <dgm:cxn modelId="{1E1E3910-B4F4-4C67-8F03-BE7C372A89FA}" type="presParOf" srcId="{AE31E06A-21BE-46FD-A23B-A19CDE6698A0}" destId="{B590C306-3465-44BA-8FBE-C28F17B9A2AB}" srcOrd="0" destOrd="0" presId="urn:microsoft.com/office/officeart/2018/2/layout/IconVerticalSolidList"/>
    <dgm:cxn modelId="{A75022AD-0181-4EC6-AA09-484686B48D31}" type="presParOf" srcId="{AE31E06A-21BE-46FD-A23B-A19CDE6698A0}" destId="{6B4EDC15-979E-4CA0-ADE0-386EFC6A04C7}" srcOrd="1" destOrd="0" presId="urn:microsoft.com/office/officeart/2018/2/layout/IconVerticalSolidList"/>
    <dgm:cxn modelId="{F71742B8-8C74-4E73-B4C7-4F891728DF70}" type="presParOf" srcId="{AE31E06A-21BE-46FD-A23B-A19CDE6698A0}" destId="{B5856F78-F41C-4D76-97B6-D4E8DEC4307C}" srcOrd="2" destOrd="0" presId="urn:microsoft.com/office/officeart/2018/2/layout/IconVerticalSolidList"/>
    <dgm:cxn modelId="{A2CB8024-457E-41E1-9BFA-A88F173DE681}" type="presParOf" srcId="{AE31E06A-21BE-46FD-A23B-A19CDE6698A0}" destId="{A36D24D1-3B13-424D-AE12-38992DC68B5D}" srcOrd="3" destOrd="0" presId="urn:microsoft.com/office/officeart/2018/2/layout/IconVerticalSolidList"/>
    <dgm:cxn modelId="{1A508525-819E-4803-92DE-220BCC799419}" type="presParOf" srcId="{AE31E06A-21BE-46FD-A23B-A19CDE6698A0}" destId="{73076E71-E476-44B9-BB98-8F6AF020E1B1}" srcOrd="4" destOrd="0" presId="urn:microsoft.com/office/officeart/2018/2/layout/IconVerticalSolidList"/>
    <dgm:cxn modelId="{48D44F53-C219-4973-B0A1-50C02CC6BD78}" type="presParOf" srcId="{31BE08A1-1B5B-4D3E-BF28-154288AA8EF7}" destId="{97B35263-BACF-47CA-B53F-5B3A924CBC87}" srcOrd="5" destOrd="0" presId="urn:microsoft.com/office/officeart/2018/2/layout/IconVerticalSolidList"/>
    <dgm:cxn modelId="{46E59FFB-A585-4D89-9922-12229C38332D}" type="presParOf" srcId="{31BE08A1-1B5B-4D3E-BF28-154288AA8EF7}" destId="{D5BCC868-9ADF-4391-80A7-BCDF7BDCACA6}" srcOrd="6" destOrd="0" presId="urn:microsoft.com/office/officeart/2018/2/layout/IconVerticalSolidList"/>
    <dgm:cxn modelId="{384CC162-5EA3-4967-A0F9-A15376C78312}" type="presParOf" srcId="{D5BCC868-9ADF-4391-80A7-BCDF7BDCACA6}" destId="{ED138705-BDE2-4502-8B75-9728889F06BE}" srcOrd="0" destOrd="0" presId="urn:microsoft.com/office/officeart/2018/2/layout/IconVerticalSolidList"/>
    <dgm:cxn modelId="{C043383F-940F-41E1-8A29-2D723229E947}" type="presParOf" srcId="{D5BCC868-9ADF-4391-80A7-BCDF7BDCACA6}" destId="{6899A0F3-2F72-4928-8B6B-A7C49A22B191}" srcOrd="1" destOrd="0" presId="urn:microsoft.com/office/officeart/2018/2/layout/IconVerticalSolidList"/>
    <dgm:cxn modelId="{D60690CC-2674-41A5-B79A-B435B0DAD9E3}" type="presParOf" srcId="{D5BCC868-9ADF-4391-80A7-BCDF7BDCACA6}" destId="{3148B4C2-625F-46B7-9294-2C7A06B4996C}" srcOrd="2" destOrd="0" presId="urn:microsoft.com/office/officeart/2018/2/layout/IconVerticalSolidList"/>
    <dgm:cxn modelId="{254C81BB-1CC8-4823-9E82-BB2ED4CA3039}" type="presParOf" srcId="{D5BCC868-9ADF-4391-80A7-BCDF7BDCACA6}" destId="{D9A991AC-A155-47D1-9FD3-F26D8AD862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992679-590D-4EFE-BA67-BCF74D27DDE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B23DF53-4145-4EFE-9BF8-B377DB27A7F2}">
      <dgm:prSet/>
      <dgm:spPr/>
      <dgm:t>
        <a:bodyPr/>
        <a:lstStyle/>
        <a:p>
          <a:r>
            <a:rPr lang="en-US"/>
            <a:t>Blame and Bias</a:t>
          </a:r>
        </a:p>
      </dgm:t>
    </dgm:pt>
    <dgm:pt modelId="{AF8FC178-71D5-4B5A-96D2-DDC373BF3F7F}" type="parTrans" cxnId="{BC2C7D0F-AC38-4637-9C9C-62801CB37A09}">
      <dgm:prSet/>
      <dgm:spPr/>
      <dgm:t>
        <a:bodyPr/>
        <a:lstStyle/>
        <a:p>
          <a:endParaRPr lang="en-US"/>
        </a:p>
      </dgm:t>
    </dgm:pt>
    <dgm:pt modelId="{9269B1CB-A56B-47D9-9634-86F529AF6840}" type="sibTrans" cxnId="{BC2C7D0F-AC38-4637-9C9C-62801CB37A09}">
      <dgm:prSet/>
      <dgm:spPr/>
      <dgm:t>
        <a:bodyPr/>
        <a:lstStyle/>
        <a:p>
          <a:endParaRPr lang="en-US"/>
        </a:p>
      </dgm:t>
    </dgm:pt>
    <dgm:pt modelId="{657E6B8C-9C86-4C4D-9EB9-FE5FA4ECEE38}">
      <dgm:prSet/>
      <dgm:spPr/>
      <dgm:t>
        <a:bodyPr/>
        <a:lstStyle/>
        <a:p>
          <a:r>
            <a:rPr lang="en-US"/>
            <a:t>Attribution bias: assuming mistakes reflect personal flaws.</a:t>
          </a:r>
        </a:p>
      </dgm:t>
    </dgm:pt>
    <dgm:pt modelId="{6A63E21F-7783-48D8-BC2B-55BF31AD1324}" type="parTrans" cxnId="{B45B75E9-DE9C-4274-955F-730BABBFA5E6}">
      <dgm:prSet/>
      <dgm:spPr/>
      <dgm:t>
        <a:bodyPr/>
        <a:lstStyle/>
        <a:p>
          <a:endParaRPr lang="en-US"/>
        </a:p>
      </dgm:t>
    </dgm:pt>
    <dgm:pt modelId="{4848977E-32CC-4119-B345-02D0F588E468}" type="sibTrans" cxnId="{B45B75E9-DE9C-4274-955F-730BABBFA5E6}">
      <dgm:prSet/>
      <dgm:spPr/>
      <dgm:t>
        <a:bodyPr/>
        <a:lstStyle/>
        <a:p>
          <a:endParaRPr lang="en-US"/>
        </a:p>
      </dgm:t>
    </dgm:pt>
    <dgm:pt modelId="{753867C0-4D7B-4783-89ED-D021ADD3CED3}">
      <dgm:prSet/>
      <dgm:spPr/>
      <dgm:t>
        <a:bodyPr/>
        <a:lstStyle/>
        <a:p>
          <a:r>
            <a:rPr lang="en-US"/>
            <a:t>Outcome bias: punishing more harshly if the impact is severe.</a:t>
          </a:r>
        </a:p>
      </dgm:t>
    </dgm:pt>
    <dgm:pt modelId="{E0B40117-6CD1-48C3-9FB5-57C069D5CBCF}" type="parTrans" cxnId="{CEC40BC7-D0D1-4DC9-9727-5A57960A86F1}">
      <dgm:prSet/>
      <dgm:spPr/>
      <dgm:t>
        <a:bodyPr/>
        <a:lstStyle/>
        <a:p>
          <a:endParaRPr lang="en-US"/>
        </a:p>
      </dgm:t>
    </dgm:pt>
    <dgm:pt modelId="{242703A2-CECE-4F45-A294-F148E3CD7D4C}" type="sibTrans" cxnId="{CEC40BC7-D0D1-4DC9-9727-5A57960A86F1}">
      <dgm:prSet/>
      <dgm:spPr/>
      <dgm:t>
        <a:bodyPr/>
        <a:lstStyle/>
        <a:p>
          <a:endParaRPr lang="en-US"/>
        </a:p>
      </dgm:t>
    </dgm:pt>
    <dgm:pt modelId="{8C2912C4-1188-4DF2-AB72-90CDFBD1DADF}">
      <dgm:prSet/>
      <dgm:spPr/>
      <dgm:t>
        <a:bodyPr/>
        <a:lstStyle/>
        <a:p>
          <a:r>
            <a:rPr lang="en-US"/>
            <a:t>Lack of Transparency</a:t>
          </a:r>
        </a:p>
      </dgm:t>
    </dgm:pt>
    <dgm:pt modelId="{50750511-9675-4486-A737-954447782865}" type="parTrans" cxnId="{4DBBA2A2-AFFC-46AA-841C-F8A0F122F37C}">
      <dgm:prSet/>
      <dgm:spPr/>
      <dgm:t>
        <a:bodyPr/>
        <a:lstStyle/>
        <a:p>
          <a:endParaRPr lang="en-US"/>
        </a:p>
      </dgm:t>
    </dgm:pt>
    <dgm:pt modelId="{C2D09358-7EFA-4EE0-8BFB-8A29E27F94AF}" type="sibTrans" cxnId="{4DBBA2A2-AFFC-46AA-841C-F8A0F122F37C}">
      <dgm:prSet/>
      <dgm:spPr/>
      <dgm:t>
        <a:bodyPr/>
        <a:lstStyle/>
        <a:p>
          <a:endParaRPr lang="en-US"/>
        </a:p>
      </dgm:t>
    </dgm:pt>
    <dgm:pt modelId="{C2386D00-3FAC-49C5-9DAB-5A4153744FF7}">
      <dgm:prSet/>
      <dgm:spPr/>
      <dgm:t>
        <a:bodyPr/>
        <a:lstStyle/>
        <a:p>
          <a:r>
            <a:rPr lang="en-US"/>
            <a:t>People don’t know how mistakes will be assessed.</a:t>
          </a:r>
        </a:p>
      </dgm:t>
    </dgm:pt>
    <dgm:pt modelId="{5DCAABA6-D46D-4C20-AA47-EA78A559EC77}" type="parTrans" cxnId="{E9F63D0B-9F8F-47B3-B3AB-0EA1DB78D806}">
      <dgm:prSet/>
      <dgm:spPr/>
      <dgm:t>
        <a:bodyPr/>
        <a:lstStyle/>
        <a:p>
          <a:endParaRPr lang="en-US"/>
        </a:p>
      </dgm:t>
    </dgm:pt>
    <dgm:pt modelId="{3D4441FD-1DD5-4ADC-B4F4-C6CEDA185C4F}" type="sibTrans" cxnId="{E9F63D0B-9F8F-47B3-B3AB-0EA1DB78D806}">
      <dgm:prSet/>
      <dgm:spPr/>
      <dgm:t>
        <a:bodyPr/>
        <a:lstStyle/>
        <a:p>
          <a:endParaRPr lang="en-US"/>
        </a:p>
      </dgm:t>
    </dgm:pt>
    <dgm:pt modelId="{CE23FB1F-6CAE-412E-9F2D-E16B0AFCE703}">
      <dgm:prSet/>
      <dgm:spPr/>
      <dgm:t>
        <a:bodyPr/>
        <a:lstStyle/>
        <a:p>
          <a:r>
            <a:rPr lang="en-US"/>
            <a:t>Unclear processes increase fear.</a:t>
          </a:r>
        </a:p>
      </dgm:t>
    </dgm:pt>
    <dgm:pt modelId="{74046EB0-9A55-463C-9D86-19E90484FA1B}" type="parTrans" cxnId="{3B7C8866-F36D-4DF5-8615-9FC10A5861F6}">
      <dgm:prSet/>
      <dgm:spPr/>
      <dgm:t>
        <a:bodyPr/>
        <a:lstStyle/>
        <a:p>
          <a:endParaRPr lang="en-US"/>
        </a:p>
      </dgm:t>
    </dgm:pt>
    <dgm:pt modelId="{DAADAEC2-6DC0-4703-A052-F010D3278CEC}" type="sibTrans" cxnId="{3B7C8866-F36D-4DF5-8615-9FC10A5861F6}">
      <dgm:prSet/>
      <dgm:spPr/>
      <dgm:t>
        <a:bodyPr/>
        <a:lstStyle/>
        <a:p>
          <a:endParaRPr lang="en-US"/>
        </a:p>
      </dgm:t>
    </dgm:pt>
    <dgm:pt modelId="{CA6D834B-B3A2-49E1-8ADF-063DF0159680}">
      <dgm:prSet/>
      <dgm:spPr/>
      <dgm:t>
        <a:bodyPr/>
        <a:lstStyle/>
        <a:p>
          <a:r>
            <a:rPr lang="en-US"/>
            <a:t>Inconsistent Processes</a:t>
          </a:r>
        </a:p>
      </dgm:t>
    </dgm:pt>
    <dgm:pt modelId="{EDE09C0F-D814-4E83-9C36-13A2FE73B36B}" type="parTrans" cxnId="{2654445F-660C-422D-8E8D-6B0DB1152FFD}">
      <dgm:prSet/>
      <dgm:spPr/>
      <dgm:t>
        <a:bodyPr/>
        <a:lstStyle/>
        <a:p>
          <a:endParaRPr lang="en-US"/>
        </a:p>
      </dgm:t>
    </dgm:pt>
    <dgm:pt modelId="{13588B98-3C5B-44B0-9036-D3CF23D04EF0}" type="sibTrans" cxnId="{2654445F-660C-422D-8E8D-6B0DB1152FFD}">
      <dgm:prSet/>
      <dgm:spPr/>
      <dgm:t>
        <a:bodyPr/>
        <a:lstStyle/>
        <a:p>
          <a:endParaRPr lang="en-US"/>
        </a:p>
      </dgm:t>
    </dgm:pt>
    <dgm:pt modelId="{2C50B9B5-3B8C-4BF4-B8FC-D08379BFE361}">
      <dgm:prSet/>
      <dgm:spPr/>
      <dgm:t>
        <a:bodyPr/>
        <a:lstStyle/>
        <a:p>
          <a:r>
            <a:rPr lang="en-US"/>
            <a:t>Different leaders handle incidents differently.</a:t>
          </a:r>
        </a:p>
      </dgm:t>
    </dgm:pt>
    <dgm:pt modelId="{1AED4FD2-7911-4B57-B10D-2856A962F412}" type="parTrans" cxnId="{723860EA-FFE4-4EE8-93D9-36D97CD4A08F}">
      <dgm:prSet/>
      <dgm:spPr/>
      <dgm:t>
        <a:bodyPr/>
        <a:lstStyle/>
        <a:p>
          <a:endParaRPr lang="en-US"/>
        </a:p>
      </dgm:t>
    </dgm:pt>
    <dgm:pt modelId="{D350569F-FD08-4665-B615-006AB79ED86F}" type="sibTrans" cxnId="{723860EA-FFE4-4EE8-93D9-36D97CD4A08F}">
      <dgm:prSet/>
      <dgm:spPr/>
      <dgm:t>
        <a:bodyPr/>
        <a:lstStyle/>
        <a:p>
          <a:endParaRPr lang="en-US"/>
        </a:p>
      </dgm:t>
    </dgm:pt>
    <dgm:pt modelId="{CF5F9D4E-F6AE-4400-9369-66CCEA56BFB7}">
      <dgm:prSet/>
      <dgm:spPr/>
      <dgm:t>
        <a:bodyPr/>
        <a:lstStyle/>
        <a:p>
          <a:r>
            <a:rPr lang="en-US" dirty="0"/>
            <a:t>Leads to perceptions of unfairness.</a:t>
          </a:r>
        </a:p>
      </dgm:t>
    </dgm:pt>
    <dgm:pt modelId="{9D747EC2-852F-4A5B-A690-01AEE007FFEE}" type="parTrans" cxnId="{541B6510-C1B8-4C04-845C-0A1527FD61F8}">
      <dgm:prSet/>
      <dgm:spPr/>
      <dgm:t>
        <a:bodyPr/>
        <a:lstStyle/>
        <a:p>
          <a:endParaRPr lang="en-US"/>
        </a:p>
      </dgm:t>
    </dgm:pt>
    <dgm:pt modelId="{E73C7FE5-CD85-4D9E-8750-194746EF9407}" type="sibTrans" cxnId="{541B6510-C1B8-4C04-845C-0A1527FD61F8}">
      <dgm:prSet/>
      <dgm:spPr/>
      <dgm:t>
        <a:bodyPr/>
        <a:lstStyle/>
        <a:p>
          <a:endParaRPr lang="en-US"/>
        </a:p>
      </dgm:t>
    </dgm:pt>
    <dgm:pt modelId="{1863C750-3969-43D4-AB2B-D4C24B662B18}">
      <dgm:prSet/>
      <dgm:spPr/>
      <dgm:t>
        <a:bodyPr/>
        <a:lstStyle/>
        <a:p>
          <a:pPr>
            <a:buNone/>
          </a:pPr>
          <a:r>
            <a:rPr lang="en-US" dirty="0"/>
            <a:t>(HQA, n.d.)</a:t>
          </a:r>
        </a:p>
      </dgm:t>
    </dgm:pt>
    <dgm:pt modelId="{55D97BBE-209C-4FF2-AE64-857E0CAB2BBB}" type="parTrans" cxnId="{0EC6E6BC-54B7-4495-985D-F7C995915D61}">
      <dgm:prSet/>
      <dgm:spPr/>
      <dgm:t>
        <a:bodyPr/>
        <a:lstStyle/>
        <a:p>
          <a:endParaRPr lang="en-US"/>
        </a:p>
      </dgm:t>
    </dgm:pt>
    <dgm:pt modelId="{0639DDB0-49C7-4436-9F97-F6D521F1363B}" type="sibTrans" cxnId="{0EC6E6BC-54B7-4495-985D-F7C995915D61}">
      <dgm:prSet/>
      <dgm:spPr/>
      <dgm:t>
        <a:bodyPr/>
        <a:lstStyle/>
        <a:p>
          <a:endParaRPr lang="en-US"/>
        </a:p>
      </dgm:t>
    </dgm:pt>
    <dgm:pt modelId="{1A99D829-FC8A-4AF4-B67A-C2A0A00B75E7}" type="pres">
      <dgm:prSet presAssocID="{E6992679-590D-4EFE-BA67-BCF74D27DDEB}" presName="linear" presStyleCnt="0">
        <dgm:presLayoutVars>
          <dgm:animLvl val="lvl"/>
          <dgm:resizeHandles val="exact"/>
        </dgm:presLayoutVars>
      </dgm:prSet>
      <dgm:spPr/>
    </dgm:pt>
    <dgm:pt modelId="{3A3C5F17-19C4-42FC-9E56-0E108F7A14A7}" type="pres">
      <dgm:prSet presAssocID="{DB23DF53-4145-4EFE-9BF8-B377DB27A7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FF80994-BC7B-4000-9BB7-7EA22C12AD68}" type="pres">
      <dgm:prSet presAssocID="{DB23DF53-4145-4EFE-9BF8-B377DB27A7F2}" presName="childText" presStyleLbl="revTx" presStyleIdx="0" presStyleCnt="3">
        <dgm:presLayoutVars>
          <dgm:bulletEnabled val="1"/>
        </dgm:presLayoutVars>
      </dgm:prSet>
      <dgm:spPr/>
    </dgm:pt>
    <dgm:pt modelId="{7C81A82F-3D3D-451C-92B4-FB2D9AE4A793}" type="pres">
      <dgm:prSet presAssocID="{8C2912C4-1188-4DF2-AB72-90CDFBD1DAD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10DD94-10BF-4C91-90E1-ADACE53A8619}" type="pres">
      <dgm:prSet presAssocID="{8C2912C4-1188-4DF2-AB72-90CDFBD1DADF}" presName="childText" presStyleLbl="revTx" presStyleIdx="1" presStyleCnt="3">
        <dgm:presLayoutVars>
          <dgm:bulletEnabled val="1"/>
        </dgm:presLayoutVars>
      </dgm:prSet>
      <dgm:spPr/>
    </dgm:pt>
    <dgm:pt modelId="{F7D4AE94-22FA-4FE8-8617-B0B5E9686BFD}" type="pres">
      <dgm:prSet presAssocID="{CA6D834B-B3A2-49E1-8ADF-063DF015968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7353F04-5046-41D6-A713-A740FE1D64FE}" type="pres">
      <dgm:prSet presAssocID="{CA6D834B-B3A2-49E1-8ADF-063DF015968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9F63D0B-9F8F-47B3-B3AB-0EA1DB78D806}" srcId="{8C2912C4-1188-4DF2-AB72-90CDFBD1DADF}" destId="{C2386D00-3FAC-49C5-9DAB-5A4153744FF7}" srcOrd="0" destOrd="0" parTransId="{5DCAABA6-D46D-4C20-AA47-EA78A559EC77}" sibTransId="{3D4441FD-1DD5-4ADC-B4F4-C6CEDA185C4F}"/>
    <dgm:cxn modelId="{BC2C7D0F-AC38-4637-9C9C-62801CB37A09}" srcId="{E6992679-590D-4EFE-BA67-BCF74D27DDEB}" destId="{DB23DF53-4145-4EFE-9BF8-B377DB27A7F2}" srcOrd="0" destOrd="0" parTransId="{AF8FC178-71D5-4B5A-96D2-DDC373BF3F7F}" sibTransId="{9269B1CB-A56B-47D9-9634-86F529AF6840}"/>
    <dgm:cxn modelId="{541B6510-C1B8-4C04-845C-0A1527FD61F8}" srcId="{CA6D834B-B3A2-49E1-8ADF-063DF0159680}" destId="{CF5F9D4E-F6AE-4400-9369-66CCEA56BFB7}" srcOrd="1" destOrd="0" parTransId="{9D747EC2-852F-4A5B-A690-01AEE007FFEE}" sibTransId="{E73C7FE5-CD85-4D9E-8750-194746EF9407}"/>
    <dgm:cxn modelId="{E9CDEC3C-136B-43CE-AA97-B2CC6C1072B9}" type="presOf" srcId="{2C50B9B5-3B8C-4BF4-B8FC-D08379BFE361}" destId="{97353F04-5046-41D6-A713-A740FE1D64FE}" srcOrd="0" destOrd="0" presId="urn:microsoft.com/office/officeart/2005/8/layout/vList2"/>
    <dgm:cxn modelId="{FD2D7A3D-5673-4EFB-85C0-5E0B36F2CF4D}" type="presOf" srcId="{753867C0-4D7B-4783-89ED-D021ADD3CED3}" destId="{9FF80994-BC7B-4000-9BB7-7EA22C12AD68}" srcOrd="0" destOrd="1" presId="urn:microsoft.com/office/officeart/2005/8/layout/vList2"/>
    <dgm:cxn modelId="{2654445F-660C-422D-8E8D-6B0DB1152FFD}" srcId="{E6992679-590D-4EFE-BA67-BCF74D27DDEB}" destId="{CA6D834B-B3A2-49E1-8ADF-063DF0159680}" srcOrd="2" destOrd="0" parTransId="{EDE09C0F-D814-4E83-9C36-13A2FE73B36B}" sibTransId="{13588B98-3C5B-44B0-9036-D3CF23D04EF0}"/>
    <dgm:cxn modelId="{3B7C8866-F36D-4DF5-8615-9FC10A5861F6}" srcId="{8C2912C4-1188-4DF2-AB72-90CDFBD1DADF}" destId="{CE23FB1F-6CAE-412E-9F2D-E16B0AFCE703}" srcOrd="1" destOrd="0" parTransId="{74046EB0-9A55-463C-9D86-19E90484FA1B}" sibTransId="{DAADAEC2-6DC0-4703-A052-F010D3278CEC}"/>
    <dgm:cxn modelId="{26580B4B-97AF-4DE2-AE5B-255E0DCB5B47}" type="presOf" srcId="{DB23DF53-4145-4EFE-9BF8-B377DB27A7F2}" destId="{3A3C5F17-19C4-42FC-9E56-0E108F7A14A7}" srcOrd="0" destOrd="0" presId="urn:microsoft.com/office/officeart/2005/8/layout/vList2"/>
    <dgm:cxn modelId="{BC85D678-E8A6-4F75-B576-5650F171EA0D}" type="presOf" srcId="{CF5F9D4E-F6AE-4400-9369-66CCEA56BFB7}" destId="{97353F04-5046-41D6-A713-A740FE1D64FE}" srcOrd="0" destOrd="1" presId="urn:microsoft.com/office/officeart/2005/8/layout/vList2"/>
    <dgm:cxn modelId="{C610277E-4F94-4F6C-96C5-88D73EB705D0}" type="presOf" srcId="{E6992679-590D-4EFE-BA67-BCF74D27DDEB}" destId="{1A99D829-FC8A-4AF4-B67A-C2A0A00B75E7}" srcOrd="0" destOrd="0" presId="urn:microsoft.com/office/officeart/2005/8/layout/vList2"/>
    <dgm:cxn modelId="{64ABCF95-3938-4836-8BD0-7601F1F6832A}" type="presOf" srcId="{C2386D00-3FAC-49C5-9DAB-5A4153744FF7}" destId="{D310DD94-10BF-4C91-90E1-ADACE53A8619}" srcOrd="0" destOrd="0" presId="urn:microsoft.com/office/officeart/2005/8/layout/vList2"/>
    <dgm:cxn modelId="{4DBBA2A2-AFFC-46AA-841C-F8A0F122F37C}" srcId="{E6992679-590D-4EFE-BA67-BCF74D27DDEB}" destId="{8C2912C4-1188-4DF2-AB72-90CDFBD1DADF}" srcOrd="1" destOrd="0" parTransId="{50750511-9675-4486-A737-954447782865}" sibTransId="{C2D09358-7EFA-4EE0-8BFB-8A29E27F94AF}"/>
    <dgm:cxn modelId="{7EE760A6-F349-4B14-9EDD-7A0F9869F072}" type="presOf" srcId="{CA6D834B-B3A2-49E1-8ADF-063DF0159680}" destId="{F7D4AE94-22FA-4FE8-8617-B0B5E9686BFD}" srcOrd="0" destOrd="0" presId="urn:microsoft.com/office/officeart/2005/8/layout/vList2"/>
    <dgm:cxn modelId="{0EC6E6BC-54B7-4495-985D-F7C995915D61}" srcId="{CA6D834B-B3A2-49E1-8ADF-063DF0159680}" destId="{1863C750-3969-43D4-AB2B-D4C24B662B18}" srcOrd="2" destOrd="0" parTransId="{55D97BBE-209C-4FF2-AE64-857E0CAB2BBB}" sibTransId="{0639DDB0-49C7-4436-9F97-F6D521F1363B}"/>
    <dgm:cxn modelId="{241103BF-02AC-4A06-AF36-32DC07EFE387}" type="presOf" srcId="{1863C750-3969-43D4-AB2B-D4C24B662B18}" destId="{97353F04-5046-41D6-A713-A740FE1D64FE}" srcOrd="0" destOrd="2" presId="urn:microsoft.com/office/officeart/2005/8/layout/vList2"/>
    <dgm:cxn modelId="{CEC40BC7-D0D1-4DC9-9727-5A57960A86F1}" srcId="{DB23DF53-4145-4EFE-9BF8-B377DB27A7F2}" destId="{753867C0-4D7B-4783-89ED-D021ADD3CED3}" srcOrd="1" destOrd="0" parTransId="{E0B40117-6CD1-48C3-9FB5-57C069D5CBCF}" sibTransId="{242703A2-CECE-4F45-A294-F148E3CD7D4C}"/>
    <dgm:cxn modelId="{25E5FFDB-953E-4B81-9A5E-6C6D85113F60}" type="presOf" srcId="{CE23FB1F-6CAE-412E-9F2D-E16B0AFCE703}" destId="{D310DD94-10BF-4C91-90E1-ADACE53A8619}" srcOrd="0" destOrd="1" presId="urn:microsoft.com/office/officeart/2005/8/layout/vList2"/>
    <dgm:cxn modelId="{4FC3EFDC-A855-42C1-915C-F0521714962E}" type="presOf" srcId="{8C2912C4-1188-4DF2-AB72-90CDFBD1DADF}" destId="{7C81A82F-3D3D-451C-92B4-FB2D9AE4A793}" srcOrd="0" destOrd="0" presId="urn:microsoft.com/office/officeart/2005/8/layout/vList2"/>
    <dgm:cxn modelId="{B45B75E9-DE9C-4274-955F-730BABBFA5E6}" srcId="{DB23DF53-4145-4EFE-9BF8-B377DB27A7F2}" destId="{657E6B8C-9C86-4C4D-9EB9-FE5FA4ECEE38}" srcOrd="0" destOrd="0" parTransId="{6A63E21F-7783-48D8-BC2B-55BF31AD1324}" sibTransId="{4848977E-32CC-4119-B345-02D0F588E468}"/>
    <dgm:cxn modelId="{8AC499E9-571A-4935-81C2-F08C3148FF1E}" type="presOf" srcId="{657E6B8C-9C86-4C4D-9EB9-FE5FA4ECEE38}" destId="{9FF80994-BC7B-4000-9BB7-7EA22C12AD68}" srcOrd="0" destOrd="0" presId="urn:microsoft.com/office/officeart/2005/8/layout/vList2"/>
    <dgm:cxn modelId="{723860EA-FFE4-4EE8-93D9-36D97CD4A08F}" srcId="{CA6D834B-B3A2-49E1-8ADF-063DF0159680}" destId="{2C50B9B5-3B8C-4BF4-B8FC-D08379BFE361}" srcOrd="0" destOrd="0" parTransId="{1AED4FD2-7911-4B57-B10D-2856A962F412}" sibTransId="{D350569F-FD08-4665-B615-006AB79ED86F}"/>
    <dgm:cxn modelId="{D28C1C8B-EBFB-46CA-92F7-621D8FB18506}" type="presParOf" srcId="{1A99D829-FC8A-4AF4-B67A-C2A0A00B75E7}" destId="{3A3C5F17-19C4-42FC-9E56-0E108F7A14A7}" srcOrd="0" destOrd="0" presId="urn:microsoft.com/office/officeart/2005/8/layout/vList2"/>
    <dgm:cxn modelId="{D7C92F70-0D4F-455F-94FA-BEA460B09927}" type="presParOf" srcId="{1A99D829-FC8A-4AF4-B67A-C2A0A00B75E7}" destId="{9FF80994-BC7B-4000-9BB7-7EA22C12AD68}" srcOrd="1" destOrd="0" presId="urn:microsoft.com/office/officeart/2005/8/layout/vList2"/>
    <dgm:cxn modelId="{2591FAFC-A5CD-45A3-B56D-C37F2012781D}" type="presParOf" srcId="{1A99D829-FC8A-4AF4-B67A-C2A0A00B75E7}" destId="{7C81A82F-3D3D-451C-92B4-FB2D9AE4A793}" srcOrd="2" destOrd="0" presId="urn:microsoft.com/office/officeart/2005/8/layout/vList2"/>
    <dgm:cxn modelId="{5BD01266-39E2-4048-8521-BB94675892E9}" type="presParOf" srcId="{1A99D829-FC8A-4AF4-B67A-C2A0A00B75E7}" destId="{D310DD94-10BF-4C91-90E1-ADACE53A8619}" srcOrd="3" destOrd="0" presId="urn:microsoft.com/office/officeart/2005/8/layout/vList2"/>
    <dgm:cxn modelId="{E0A5BC5F-13DE-48A8-B2C1-5960DF71395C}" type="presParOf" srcId="{1A99D829-FC8A-4AF4-B67A-C2A0A00B75E7}" destId="{F7D4AE94-22FA-4FE8-8617-B0B5E9686BFD}" srcOrd="4" destOrd="0" presId="urn:microsoft.com/office/officeart/2005/8/layout/vList2"/>
    <dgm:cxn modelId="{8C3607E0-5232-49CD-A786-775710F43890}" type="presParOf" srcId="{1A99D829-FC8A-4AF4-B67A-C2A0A00B75E7}" destId="{97353F04-5046-41D6-A713-A740FE1D64F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5C4D9E-4EDD-4EC5-A191-445EE67FBFD4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B9B713-B2EE-46AD-B53D-1AB60DEF3D17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1600" b="1" u="sng" dirty="0"/>
            <a:t>Blame Culture</a:t>
          </a:r>
        </a:p>
      </dgm:t>
    </dgm:pt>
    <dgm:pt modelId="{59F072DE-12BF-4AFB-A6B3-76921EBAA8FA}" type="parTrans" cxnId="{FF803DA3-99F8-48CF-A5F2-2E91C1475C90}">
      <dgm:prSet/>
      <dgm:spPr/>
      <dgm:t>
        <a:bodyPr/>
        <a:lstStyle/>
        <a:p>
          <a:endParaRPr lang="en-US"/>
        </a:p>
      </dgm:t>
    </dgm:pt>
    <dgm:pt modelId="{F8098E0D-BA24-4379-9675-4FD7074B5D33}" type="sibTrans" cxnId="{FF803DA3-99F8-48CF-A5F2-2E91C1475C90}">
      <dgm:prSet/>
      <dgm:spPr/>
      <dgm:t>
        <a:bodyPr/>
        <a:lstStyle/>
        <a:p>
          <a:endParaRPr lang="en-US"/>
        </a:p>
      </dgm:t>
    </dgm:pt>
    <dgm:pt modelId="{CE0018D3-C11F-484F-8CA4-C333238612B6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1600" b="1" dirty="0"/>
            <a:t>Fear</a:t>
          </a:r>
        </a:p>
      </dgm:t>
    </dgm:pt>
    <dgm:pt modelId="{C5CC2354-57E3-44B4-AFE0-380CC9311EC1}" type="parTrans" cxnId="{6B23853E-265D-421F-9E60-CD100870E568}">
      <dgm:prSet/>
      <dgm:spPr/>
      <dgm:t>
        <a:bodyPr/>
        <a:lstStyle/>
        <a:p>
          <a:endParaRPr lang="en-US"/>
        </a:p>
      </dgm:t>
    </dgm:pt>
    <dgm:pt modelId="{7913BFF2-A259-4E94-A702-D64CDFBF988B}" type="sibTrans" cxnId="{6B23853E-265D-421F-9E60-CD100870E568}">
      <dgm:prSet/>
      <dgm:spPr/>
      <dgm:t>
        <a:bodyPr/>
        <a:lstStyle/>
        <a:p>
          <a:endParaRPr lang="en-US"/>
        </a:p>
      </dgm:t>
    </dgm:pt>
    <dgm:pt modelId="{DD3C2DB1-29C2-447B-A132-956B0FC35FF4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1100" b="1" dirty="0"/>
            <a:t>Underreporting</a:t>
          </a:r>
        </a:p>
      </dgm:t>
    </dgm:pt>
    <dgm:pt modelId="{105AF0A7-668F-44F6-A427-12FBCE12C177}" type="parTrans" cxnId="{524C8CE5-21F6-4DA9-BDE3-30C2D381033E}">
      <dgm:prSet/>
      <dgm:spPr/>
      <dgm:t>
        <a:bodyPr/>
        <a:lstStyle/>
        <a:p>
          <a:endParaRPr lang="en-US"/>
        </a:p>
      </dgm:t>
    </dgm:pt>
    <dgm:pt modelId="{071B95E8-8F03-4A35-B309-240F56A17BA7}" type="sibTrans" cxnId="{524C8CE5-21F6-4DA9-BDE3-30C2D381033E}">
      <dgm:prSet/>
      <dgm:spPr/>
      <dgm:t>
        <a:bodyPr/>
        <a:lstStyle/>
        <a:p>
          <a:endParaRPr lang="en-US"/>
        </a:p>
      </dgm:t>
    </dgm:pt>
    <dgm:pt modelId="{A0BAA8E9-AA6D-421F-887A-979EEC2A8B9B}">
      <dgm:prSet phldrT="[Text]"/>
      <dgm:spPr>
        <a:solidFill>
          <a:srgbClr val="C00000"/>
        </a:solidFill>
      </dgm:spPr>
      <dgm:t>
        <a:bodyPr/>
        <a:lstStyle/>
        <a:p>
          <a:r>
            <a:rPr lang="en-US" b="1" dirty="0"/>
            <a:t>Repeated Failures</a:t>
          </a:r>
        </a:p>
      </dgm:t>
    </dgm:pt>
    <dgm:pt modelId="{C0B7004C-3640-4017-B286-FCB07F4A124E}" type="parTrans" cxnId="{37F31C7D-C991-41E4-A767-45C418FA24DE}">
      <dgm:prSet/>
      <dgm:spPr/>
      <dgm:t>
        <a:bodyPr/>
        <a:lstStyle/>
        <a:p>
          <a:endParaRPr lang="en-US"/>
        </a:p>
      </dgm:t>
    </dgm:pt>
    <dgm:pt modelId="{A683CC66-E5D1-4194-B349-ED175D0FB5B3}" type="sibTrans" cxnId="{37F31C7D-C991-41E4-A767-45C418FA24DE}">
      <dgm:prSet/>
      <dgm:spPr/>
      <dgm:t>
        <a:bodyPr/>
        <a:lstStyle/>
        <a:p>
          <a:endParaRPr lang="en-US"/>
        </a:p>
      </dgm:t>
    </dgm:pt>
    <dgm:pt modelId="{15E0ECBF-735D-49BD-A09C-3FCFCADDD586}" type="pres">
      <dgm:prSet presAssocID="{F65C4D9E-4EDD-4EC5-A191-445EE67FBFD4}" presName="cycle" presStyleCnt="0">
        <dgm:presLayoutVars>
          <dgm:dir/>
          <dgm:resizeHandles val="exact"/>
        </dgm:presLayoutVars>
      </dgm:prSet>
      <dgm:spPr/>
    </dgm:pt>
    <dgm:pt modelId="{F465C5FB-AE9E-4E65-875A-1ECFE95A4F95}" type="pres">
      <dgm:prSet presAssocID="{44B9B713-B2EE-46AD-B53D-1AB60DEF3D17}" presName="node" presStyleLbl="node1" presStyleIdx="0" presStyleCnt="4">
        <dgm:presLayoutVars>
          <dgm:bulletEnabled val="1"/>
        </dgm:presLayoutVars>
      </dgm:prSet>
      <dgm:spPr/>
    </dgm:pt>
    <dgm:pt modelId="{5F428209-5584-43E3-9205-D0C9A8450EC1}" type="pres">
      <dgm:prSet presAssocID="{F8098E0D-BA24-4379-9675-4FD7074B5D33}" presName="sibTrans" presStyleLbl="sibTrans2D1" presStyleIdx="0" presStyleCnt="4"/>
      <dgm:spPr/>
    </dgm:pt>
    <dgm:pt modelId="{034D4FED-4295-42D4-956F-FA927E3A83CE}" type="pres">
      <dgm:prSet presAssocID="{F8098E0D-BA24-4379-9675-4FD7074B5D33}" presName="connectorText" presStyleLbl="sibTrans2D1" presStyleIdx="0" presStyleCnt="4"/>
      <dgm:spPr/>
    </dgm:pt>
    <dgm:pt modelId="{0172CA42-C8FE-4483-8381-65E1D908606E}" type="pres">
      <dgm:prSet presAssocID="{CE0018D3-C11F-484F-8CA4-C333238612B6}" presName="node" presStyleLbl="node1" presStyleIdx="1" presStyleCnt="4">
        <dgm:presLayoutVars>
          <dgm:bulletEnabled val="1"/>
        </dgm:presLayoutVars>
      </dgm:prSet>
      <dgm:spPr/>
    </dgm:pt>
    <dgm:pt modelId="{39635690-0EDF-488B-BAAD-5B4275710900}" type="pres">
      <dgm:prSet presAssocID="{7913BFF2-A259-4E94-A702-D64CDFBF988B}" presName="sibTrans" presStyleLbl="sibTrans2D1" presStyleIdx="1" presStyleCnt="4"/>
      <dgm:spPr/>
    </dgm:pt>
    <dgm:pt modelId="{9845BE39-28B8-44FA-A0EB-32268B84FA9D}" type="pres">
      <dgm:prSet presAssocID="{7913BFF2-A259-4E94-A702-D64CDFBF988B}" presName="connectorText" presStyleLbl="sibTrans2D1" presStyleIdx="1" presStyleCnt="4"/>
      <dgm:spPr/>
    </dgm:pt>
    <dgm:pt modelId="{66A1535B-0076-4F41-9D76-381C44AA35E5}" type="pres">
      <dgm:prSet presAssocID="{DD3C2DB1-29C2-447B-A132-956B0FC35FF4}" presName="node" presStyleLbl="node1" presStyleIdx="2" presStyleCnt="4">
        <dgm:presLayoutVars>
          <dgm:bulletEnabled val="1"/>
        </dgm:presLayoutVars>
      </dgm:prSet>
      <dgm:spPr/>
    </dgm:pt>
    <dgm:pt modelId="{2B5BFBF2-000E-41CE-B603-44CF363A3C9D}" type="pres">
      <dgm:prSet presAssocID="{071B95E8-8F03-4A35-B309-240F56A17BA7}" presName="sibTrans" presStyleLbl="sibTrans2D1" presStyleIdx="2" presStyleCnt="4"/>
      <dgm:spPr/>
    </dgm:pt>
    <dgm:pt modelId="{7F9F1F29-CD1B-4018-9DB0-40EDBCFD6294}" type="pres">
      <dgm:prSet presAssocID="{071B95E8-8F03-4A35-B309-240F56A17BA7}" presName="connectorText" presStyleLbl="sibTrans2D1" presStyleIdx="2" presStyleCnt="4"/>
      <dgm:spPr/>
    </dgm:pt>
    <dgm:pt modelId="{A8DAA1F3-8E4C-44EE-A661-FAC433966AE8}" type="pres">
      <dgm:prSet presAssocID="{A0BAA8E9-AA6D-421F-887A-979EEC2A8B9B}" presName="node" presStyleLbl="node1" presStyleIdx="3" presStyleCnt="4">
        <dgm:presLayoutVars>
          <dgm:bulletEnabled val="1"/>
        </dgm:presLayoutVars>
      </dgm:prSet>
      <dgm:spPr/>
    </dgm:pt>
    <dgm:pt modelId="{C75C9D11-39BF-4ABD-8024-C221F01449E3}" type="pres">
      <dgm:prSet presAssocID="{A683CC66-E5D1-4194-B349-ED175D0FB5B3}" presName="sibTrans" presStyleLbl="sibTrans2D1" presStyleIdx="3" presStyleCnt="4"/>
      <dgm:spPr/>
    </dgm:pt>
    <dgm:pt modelId="{ECD1C551-6C1C-4BB1-AC72-320F8AF40481}" type="pres">
      <dgm:prSet presAssocID="{A683CC66-E5D1-4194-B349-ED175D0FB5B3}" presName="connectorText" presStyleLbl="sibTrans2D1" presStyleIdx="3" presStyleCnt="4"/>
      <dgm:spPr/>
    </dgm:pt>
  </dgm:ptLst>
  <dgm:cxnLst>
    <dgm:cxn modelId="{F962570F-1B77-4DC9-B777-9A65100EA80A}" type="presOf" srcId="{F8098E0D-BA24-4379-9675-4FD7074B5D33}" destId="{5F428209-5584-43E3-9205-D0C9A8450EC1}" srcOrd="0" destOrd="0" presId="urn:microsoft.com/office/officeart/2005/8/layout/cycle2"/>
    <dgm:cxn modelId="{8A94842D-98A2-486F-A37B-2C8D35003394}" type="presOf" srcId="{F8098E0D-BA24-4379-9675-4FD7074B5D33}" destId="{034D4FED-4295-42D4-956F-FA927E3A83CE}" srcOrd="1" destOrd="0" presId="urn:microsoft.com/office/officeart/2005/8/layout/cycle2"/>
    <dgm:cxn modelId="{B8ED4533-DC78-4DEC-ACE2-0E0461C7727C}" type="presOf" srcId="{7913BFF2-A259-4E94-A702-D64CDFBF988B}" destId="{39635690-0EDF-488B-BAAD-5B4275710900}" srcOrd="0" destOrd="0" presId="urn:microsoft.com/office/officeart/2005/8/layout/cycle2"/>
    <dgm:cxn modelId="{6B23853E-265D-421F-9E60-CD100870E568}" srcId="{F65C4D9E-4EDD-4EC5-A191-445EE67FBFD4}" destId="{CE0018D3-C11F-484F-8CA4-C333238612B6}" srcOrd="1" destOrd="0" parTransId="{C5CC2354-57E3-44B4-AFE0-380CC9311EC1}" sibTransId="{7913BFF2-A259-4E94-A702-D64CDFBF988B}"/>
    <dgm:cxn modelId="{AF1C1C40-8C90-41CE-AE5E-A2EF8764E5E8}" type="presOf" srcId="{44B9B713-B2EE-46AD-B53D-1AB60DEF3D17}" destId="{F465C5FB-AE9E-4E65-875A-1ECFE95A4F95}" srcOrd="0" destOrd="0" presId="urn:microsoft.com/office/officeart/2005/8/layout/cycle2"/>
    <dgm:cxn modelId="{022FD74F-B0B5-4C23-AD55-6A36224FDA0F}" type="presOf" srcId="{CE0018D3-C11F-484F-8CA4-C333238612B6}" destId="{0172CA42-C8FE-4483-8381-65E1D908606E}" srcOrd="0" destOrd="0" presId="urn:microsoft.com/office/officeart/2005/8/layout/cycle2"/>
    <dgm:cxn modelId="{37F31C7D-C991-41E4-A767-45C418FA24DE}" srcId="{F65C4D9E-4EDD-4EC5-A191-445EE67FBFD4}" destId="{A0BAA8E9-AA6D-421F-887A-979EEC2A8B9B}" srcOrd="3" destOrd="0" parTransId="{C0B7004C-3640-4017-B286-FCB07F4A124E}" sibTransId="{A683CC66-E5D1-4194-B349-ED175D0FB5B3}"/>
    <dgm:cxn modelId="{34AD4388-952A-4DA0-AE78-E53798A58D76}" type="presOf" srcId="{F65C4D9E-4EDD-4EC5-A191-445EE67FBFD4}" destId="{15E0ECBF-735D-49BD-A09C-3FCFCADDD586}" srcOrd="0" destOrd="0" presId="urn:microsoft.com/office/officeart/2005/8/layout/cycle2"/>
    <dgm:cxn modelId="{35FDD19D-DC39-439B-A52C-7757C5194BF4}" type="presOf" srcId="{7913BFF2-A259-4E94-A702-D64CDFBF988B}" destId="{9845BE39-28B8-44FA-A0EB-32268B84FA9D}" srcOrd="1" destOrd="0" presId="urn:microsoft.com/office/officeart/2005/8/layout/cycle2"/>
    <dgm:cxn modelId="{FF803DA3-99F8-48CF-A5F2-2E91C1475C90}" srcId="{F65C4D9E-4EDD-4EC5-A191-445EE67FBFD4}" destId="{44B9B713-B2EE-46AD-B53D-1AB60DEF3D17}" srcOrd="0" destOrd="0" parTransId="{59F072DE-12BF-4AFB-A6B3-76921EBAA8FA}" sibTransId="{F8098E0D-BA24-4379-9675-4FD7074B5D33}"/>
    <dgm:cxn modelId="{BB45EAAC-9267-459A-B876-28E0EF380D75}" type="presOf" srcId="{071B95E8-8F03-4A35-B309-240F56A17BA7}" destId="{2B5BFBF2-000E-41CE-B603-44CF363A3C9D}" srcOrd="0" destOrd="0" presId="urn:microsoft.com/office/officeart/2005/8/layout/cycle2"/>
    <dgm:cxn modelId="{E83D60D3-18F1-49F1-89EE-7D5560F46E69}" type="presOf" srcId="{071B95E8-8F03-4A35-B309-240F56A17BA7}" destId="{7F9F1F29-CD1B-4018-9DB0-40EDBCFD6294}" srcOrd="1" destOrd="0" presId="urn:microsoft.com/office/officeart/2005/8/layout/cycle2"/>
    <dgm:cxn modelId="{7FB7B1DB-48F4-41DA-A73B-8F4DCE7208A4}" type="presOf" srcId="{A0BAA8E9-AA6D-421F-887A-979EEC2A8B9B}" destId="{A8DAA1F3-8E4C-44EE-A661-FAC433966AE8}" srcOrd="0" destOrd="0" presId="urn:microsoft.com/office/officeart/2005/8/layout/cycle2"/>
    <dgm:cxn modelId="{42B5FCE2-514F-4A13-88EF-8610294CC316}" type="presOf" srcId="{A683CC66-E5D1-4194-B349-ED175D0FB5B3}" destId="{C75C9D11-39BF-4ABD-8024-C221F01449E3}" srcOrd="0" destOrd="0" presId="urn:microsoft.com/office/officeart/2005/8/layout/cycle2"/>
    <dgm:cxn modelId="{F5C8D1E4-F25C-4B4D-AE76-3DD8442F4012}" type="presOf" srcId="{A683CC66-E5D1-4194-B349-ED175D0FB5B3}" destId="{ECD1C551-6C1C-4BB1-AC72-320F8AF40481}" srcOrd="1" destOrd="0" presId="urn:microsoft.com/office/officeart/2005/8/layout/cycle2"/>
    <dgm:cxn modelId="{524C8CE5-21F6-4DA9-BDE3-30C2D381033E}" srcId="{F65C4D9E-4EDD-4EC5-A191-445EE67FBFD4}" destId="{DD3C2DB1-29C2-447B-A132-956B0FC35FF4}" srcOrd="2" destOrd="0" parTransId="{105AF0A7-668F-44F6-A427-12FBCE12C177}" sibTransId="{071B95E8-8F03-4A35-B309-240F56A17BA7}"/>
    <dgm:cxn modelId="{59106EE6-434D-4EE0-A875-0A53BEAFD62B}" type="presOf" srcId="{DD3C2DB1-29C2-447B-A132-956B0FC35FF4}" destId="{66A1535B-0076-4F41-9D76-381C44AA35E5}" srcOrd="0" destOrd="0" presId="urn:microsoft.com/office/officeart/2005/8/layout/cycle2"/>
    <dgm:cxn modelId="{2CD7F5B6-50BC-43D4-8BB9-5CADD5EA000B}" type="presParOf" srcId="{15E0ECBF-735D-49BD-A09C-3FCFCADDD586}" destId="{F465C5FB-AE9E-4E65-875A-1ECFE95A4F95}" srcOrd="0" destOrd="0" presId="urn:microsoft.com/office/officeart/2005/8/layout/cycle2"/>
    <dgm:cxn modelId="{416C7168-292F-45E4-B35E-DE5680A4695F}" type="presParOf" srcId="{15E0ECBF-735D-49BD-A09C-3FCFCADDD586}" destId="{5F428209-5584-43E3-9205-D0C9A8450EC1}" srcOrd="1" destOrd="0" presId="urn:microsoft.com/office/officeart/2005/8/layout/cycle2"/>
    <dgm:cxn modelId="{10755A67-CA54-45CC-92BE-B143F2429AE1}" type="presParOf" srcId="{5F428209-5584-43E3-9205-D0C9A8450EC1}" destId="{034D4FED-4295-42D4-956F-FA927E3A83CE}" srcOrd="0" destOrd="0" presId="urn:microsoft.com/office/officeart/2005/8/layout/cycle2"/>
    <dgm:cxn modelId="{182B30D1-EF63-4940-A58B-D2B4A88E1E4F}" type="presParOf" srcId="{15E0ECBF-735D-49BD-A09C-3FCFCADDD586}" destId="{0172CA42-C8FE-4483-8381-65E1D908606E}" srcOrd="2" destOrd="0" presId="urn:microsoft.com/office/officeart/2005/8/layout/cycle2"/>
    <dgm:cxn modelId="{35A23D4D-6877-4806-BFD8-79C6E3A13740}" type="presParOf" srcId="{15E0ECBF-735D-49BD-A09C-3FCFCADDD586}" destId="{39635690-0EDF-488B-BAAD-5B4275710900}" srcOrd="3" destOrd="0" presId="urn:microsoft.com/office/officeart/2005/8/layout/cycle2"/>
    <dgm:cxn modelId="{8EE39A0B-2858-461B-89FC-188310AD1197}" type="presParOf" srcId="{39635690-0EDF-488B-BAAD-5B4275710900}" destId="{9845BE39-28B8-44FA-A0EB-32268B84FA9D}" srcOrd="0" destOrd="0" presId="urn:microsoft.com/office/officeart/2005/8/layout/cycle2"/>
    <dgm:cxn modelId="{D001A71B-9F33-489A-B356-864EFF779DB1}" type="presParOf" srcId="{15E0ECBF-735D-49BD-A09C-3FCFCADDD586}" destId="{66A1535B-0076-4F41-9D76-381C44AA35E5}" srcOrd="4" destOrd="0" presId="urn:microsoft.com/office/officeart/2005/8/layout/cycle2"/>
    <dgm:cxn modelId="{753B37AA-0F10-4500-8C6D-590399801850}" type="presParOf" srcId="{15E0ECBF-735D-49BD-A09C-3FCFCADDD586}" destId="{2B5BFBF2-000E-41CE-B603-44CF363A3C9D}" srcOrd="5" destOrd="0" presId="urn:microsoft.com/office/officeart/2005/8/layout/cycle2"/>
    <dgm:cxn modelId="{B97C22CD-C4E9-4E9E-8F04-8EA1E79FE3B9}" type="presParOf" srcId="{2B5BFBF2-000E-41CE-B603-44CF363A3C9D}" destId="{7F9F1F29-CD1B-4018-9DB0-40EDBCFD6294}" srcOrd="0" destOrd="0" presId="urn:microsoft.com/office/officeart/2005/8/layout/cycle2"/>
    <dgm:cxn modelId="{309B2C18-1A7F-4F89-BC8E-A892426F1677}" type="presParOf" srcId="{15E0ECBF-735D-49BD-A09C-3FCFCADDD586}" destId="{A8DAA1F3-8E4C-44EE-A661-FAC433966AE8}" srcOrd="6" destOrd="0" presId="urn:microsoft.com/office/officeart/2005/8/layout/cycle2"/>
    <dgm:cxn modelId="{CCFA68C3-5E57-4F81-A089-06956AABA62F}" type="presParOf" srcId="{15E0ECBF-735D-49BD-A09C-3FCFCADDD586}" destId="{C75C9D11-39BF-4ABD-8024-C221F01449E3}" srcOrd="7" destOrd="0" presId="urn:microsoft.com/office/officeart/2005/8/layout/cycle2"/>
    <dgm:cxn modelId="{EC88A7BA-F1BD-48D8-A201-353ED49AA105}" type="presParOf" srcId="{C75C9D11-39BF-4ABD-8024-C221F01449E3}" destId="{ECD1C551-6C1C-4BB1-AC72-320F8AF4048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5C4D9E-4EDD-4EC5-A191-445EE67FBFD4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B9B713-B2EE-46AD-B53D-1AB60DEF3D17}">
      <dgm:prSet phldrT="[Text]"/>
      <dgm:spPr>
        <a:solidFill>
          <a:srgbClr val="00B050"/>
        </a:solidFill>
      </dgm:spPr>
      <dgm:t>
        <a:bodyPr/>
        <a:lstStyle/>
        <a:p>
          <a:r>
            <a:rPr lang="en-US" b="1" u="sng" dirty="0"/>
            <a:t>Just Culture</a:t>
          </a:r>
        </a:p>
      </dgm:t>
    </dgm:pt>
    <dgm:pt modelId="{59F072DE-12BF-4AFB-A6B3-76921EBAA8FA}" type="parTrans" cxnId="{FF803DA3-99F8-48CF-A5F2-2E91C1475C90}">
      <dgm:prSet/>
      <dgm:spPr/>
      <dgm:t>
        <a:bodyPr/>
        <a:lstStyle/>
        <a:p>
          <a:endParaRPr lang="en-US"/>
        </a:p>
      </dgm:t>
    </dgm:pt>
    <dgm:pt modelId="{F8098E0D-BA24-4379-9675-4FD7074B5D33}" type="sibTrans" cxnId="{FF803DA3-99F8-48CF-A5F2-2E91C1475C90}">
      <dgm:prSet/>
      <dgm:spPr/>
      <dgm:t>
        <a:bodyPr/>
        <a:lstStyle/>
        <a:p>
          <a:endParaRPr lang="en-US"/>
        </a:p>
      </dgm:t>
    </dgm:pt>
    <dgm:pt modelId="{CE0018D3-C11F-484F-8CA4-C333238612B6}">
      <dgm:prSet phldrT="[Text]"/>
      <dgm:spPr>
        <a:solidFill>
          <a:srgbClr val="00B050"/>
        </a:solidFill>
      </dgm:spPr>
      <dgm:t>
        <a:bodyPr/>
        <a:lstStyle/>
        <a:p>
          <a:r>
            <a:rPr lang="en-US" b="1" dirty="0"/>
            <a:t>Safety</a:t>
          </a:r>
        </a:p>
      </dgm:t>
    </dgm:pt>
    <dgm:pt modelId="{C5CC2354-57E3-44B4-AFE0-380CC9311EC1}" type="parTrans" cxnId="{6B23853E-265D-421F-9E60-CD100870E568}">
      <dgm:prSet/>
      <dgm:spPr/>
      <dgm:t>
        <a:bodyPr/>
        <a:lstStyle/>
        <a:p>
          <a:endParaRPr lang="en-US"/>
        </a:p>
      </dgm:t>
    </dgm:pt>
    <dgm:pt modelId="{7913BFF2-A259-4E94-A702-D64CDFBF988B}" type="sibTrans" cxnId="{6B23853E-265D-421F-9E60-CD100870E568}">
      <dgm:prSet/>
      <dgm:spPr/>
      <dgm:t>
        <a:bodyPr/>
        <a:lstStyle/>
        <a:p>
          <a:endParaRPr lang="en-US"/>
        </a:p>
      </dgm:t>
    </dgm:pt>
    <dgm:pt modelId="{DD3C2DB1-29C2-447B-A132-956B0FC35FF4}">
      <dgm:prSet phldrT="[Text]"/>
      <dgm:spPr>
        <a:solidFill>
          <a:srgbClr val="00B050"/>
        </a:solidFill>
      </dgm:spPr>
      <dgm:t>
        <a:bodyPr/>
        <a:lstStyle/>
        <a:p>
          <a:r>
            <a:rPr lang="en-US" b="1" dirty="0"/>
            <a:t>Reporting</a:t>
          </a:r>
        </a:p>
      </dgm:t>
    </dgm:pt>
    <dgm:pt modelId="{105AF0A7-668F-44F6-A427-12FBCE12C177}" type="parTrans" cxnId="{524C8CE5-21F6-4DA9-BDE3-30C2D381033E}">
      <dgm:prSet/>
      <dgm:spPr/>
      <dgm:t>
        <a:bodyPr/>
        <a:lstStyle/>
        <a:p>
          <a:endParaRPr lang="en-US"/>
        </a:p>
      </dgm:t>
    </dgm:pt>
    <dgm:pt modelId="{071B95E8-8F03-4A35-B309-240F56A17BA7}" type="sibTrans" cxnId="{524C8CE5-21F6-4DA9-BDE3-30C2D381033E}">
      <dgm:prSet/>
      <dgm:spPr/>
      <dgm:t>
        <a:bodyPr/>
        <a:lstStyle/>
        <a:p>
          <a:endParaRPr lang="en-US"/>
        </a:p>
      </dgm:t>
    </dgm:pt>
    <dgm:pt modelId="{A0BAA8E9-AA6D-421F-887A-979EEC2A8B9B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1200" b="1" dirty="0"/>
            <a:t>Learning &amp; Improvement</a:t>
          </a:r>
        </a:p>
      </dgm:t>
    </dgm:pt>
    <dgm:pt modelId="{C0B7004C-3640-4017-B286-FCB07F4A124E}" type="parTrans" cxnId="{37F31C7D-C991-41E4-A767-45C418FA24DE}">
      <dgm:prSet/>
      <dgm:spPr/>
      <dgm:t>
        <a:bodyPr/>
        <a:lstStyle/>
        <a:p>
          <a:endParaRPr lang="en-US"/>
        </a:p>
      </dgm:t>
    </dgm:pt>
    <dgm:pt modelId="{A683CC66-E5D1-4194-B349-ED175D0FB5B3}" type="sibTrans" cxnId="{37F31C7D-C991-41E4-A767-45C418FA24DE}">
      <dgm:prSet/>
      <dgm:spPr/>
      <dgm:t>
        <a:bodyPr/>
        <a:lstStyle/>
        <a:p>
          <a:endParaRPr lang="en-US"/>
        </a:p>
      </dgm:t>
    </dgm:pt>
    <dgm:pt modelId="{15E0ECBF-735D-49BD-A09C-3FCFCADDD586}" type="pres">
      <dgm:prSet presAssocID="{F65C4D9E-4EDD-4EC5-A191-445EE67FBFD4}" presName="cycle" presStyleCnt="0">
        <dgm:presLayoutVars>
          <dgm:dir/>
          <dgm:resizeHandles val="exact"/>
        </dgm:presLayoutVars>
      </dgm:prSet>
      <dgm:spPr/>
    </dgm:pt>
    <dgm:pt modelId="{F465C5FB-AE9E-4E65-875A-1ECFE95A4F95}" type="pres">
      <dgm:prSet presAssocID="{44B9B713-B2EE-46AD-B53D-1AB60DEF3D17}" presName="node" presStyleLbl="node1" presStyleIdx="0" presStyleCnt="4">
        <dgm:presLayoutVars>
          <dgm:bulletEnabled val="1"/>
        </dgm:presLayoutVars>
      </dgm:prSet>
      <dgm:spPr/>
    </dgm:pt>
    <dgm:pt modelId="{5F428209-5584-43E3-9205-D0C9A8450EC1}" type="pres">
      <dgm:prSet presAssocID="{F8098E0D-BA24-4379-9675-4FD7074B5D33}" presName="sibTrans" presStyleLbl="sibTrans2D1" presStyleIdx="0" presStyleCnt="4"/>
      <dgm:spPr/>
    </dgm:pt>
    <dgm:pt modelId="{034D4FED-4295-42D4-956F-FA927E3A83CE}" type="pres">
      <dgm:prSet presAssocID="{F8098E0D-BA24-4379-9675-4FD7074B5D33}" presName="connectorText" presStyleLbl="sibTrans2D1" presStyleIdx="0" presStyleCnt="4"/>
      <dgm:spPr/>
    </dgm:pt>
    <dgm:pt modelId="{0172CA42-C8FE-4483-8381-65E1D908606E}" type="pres">
      <dgm:prSet presAssocID="{CE0018D3-C11F-484F-8CA4-C333238612B6}" presName="node" presStyleLbl="node1" presStyleIdx="1" presStyleCnt="4">
        <dgm:presLayoutVars>
          <dgm:bulletEnabled val="1"/>
        </dgm:presLayoutVars>
      </dgm:prSet>
      <dgm:spPr/>
    </dgm:pt>
    <dgm:pt modelId="{39635690-0EDF-488B-BAAD-5B4275710900}" type="pres">
      <dgm:prSet presAssocID="{7913BFF2-A259-4E94-A702-D64CDFBF988B}" presName="sibTrans" presStyleLbl="sibTrans2D1" presStyleIdx="1" presStyleCnt="4"/>
      <dgm:spPr/>
    </dgm:pt>
    <dgm:pt modelId="{9845BE39-28B8-44FA-A0EB-32268B84FA9D}" type="pres">
      <dgm:prSet presAssocID="{7913BFF2-A259-4E94-A702-D64CDFBF988B}" presName="connectorText" presStyleLbl="sibTrans2D1" presStyleIdx="1" presStyleCnt="4"/>
      <dgm:spPr/>
    </dgm:pt>
    <dgm:pt modelId="{66A1535B-0076-4F41-9D76-381C44AA35E5}" type="pres">
      <dgm:prSet presAssocID="{DD3C2DB1-29C2-447B-A132-956B0FC35FF4}" presName="node" presStyleLbl="node1" presStyleIdx="2" presStyleCnt="4">
        <dgm:presLayoutVars>
          <dgm:bulletEnabled val="1"/>
        </dgm:presLayoutVars>
      </dgm:prSet>
      <dgm:spPr/>
    </dgm:pt>
    <dgm:pt modelId="{2B5BFBF2-000E-41CE-B603-44CF363A3C9D}" type="pres">
      <dgm:prSet presAssocID="{071B95E8-8F03-4A35-B309-240F56A17BA7}" presName="sibTrans" presStyleLbl="sibTrans2D1" presStyleIdx="2" presStyleCnt="4"/>
      <dgm:spPr/>
    </dgm:pt>
    <dgm:pt modelId="{7F9F1F29-CD1B-4018-9DB0-40EDBCFD6294}" type="pres">
      <dgm:prSet presAssocID="{071B95E8-8F03-4A35-B309-240F56A17BA7}" presName="connectorText" presStyleLbl="sibTrans2D1" presStyleIdx="2" presStyleCnt="4"/>
      <dgm:spPr/>
    </dgm:pt>
    <dgm:pt modelId="{A8DAA1F3-8E4C-44EE-A661-FAC433966AE8}" type="pres">
      <dgm:prSet presAssocID="{A0BAA8E9-AA6D-421F-887A-979EEC2A8B9B}" presName="node" presStyleLbl="node1" presStyleIdx="3" presStyleCnt="4">
        <dgm:presLayoutVars>
          <dgm:bulletEnabled val="1"/>
        </dgm:presLayoutVars>
      </dgm:prSet>
      <dgm:spPr/>
    </dgm:pt>
    <dgm:pt modelId="{C75C9D11-39BF-4ABD-8024-C221F01449E3}" type="pres">
      <dgm:prSet presAssocID="{A683CC66-E5D1-4194-B349-ED175D0FB5B3}" presName="sibTrans" presStyleLbl="sibTrans2D1" presStyleIdx="3" presStyleCnt="4"/>
      <dgm:spPr/>
    </dgm:pt>
    <dgm:pt modelId="{ECD1C551-6C1C-4BB1-AC72-320F8AF40481}" type="pres">
      <dgm:prSet presAssocID="{A683CC66-E5D1-4194-B349-ED175D0FB5B3}" presName="connectorText" presStyleLbl="sibTrans2D1" presStyleIdx="3" presStyleCnt="4"/>
      <dgm:spPr/>
    </dgm:pt>
  </dgm:ptLst>
  <dgm:cxnLst>
    <dgm:cxn modelId="{F962570F-1B77-4DC9-B777-9A65100EA80A}" type="presOf" srcId="{F8098E0D-BA24-4379-9675-4FD7074B5D33}" destId="{5F428209-5584-43E3-9205-D0C9A8450EC1}" srcOrd="0" destOrd="0" presId="urn:microsoft.com/office/officeart/2005/8/layout/cycle2"/>
    <dgm:cxn modelId="{8A94842D-98A2-486F-A37B-2C8D35003394}" type="presOf" srcId="{F8098E0D-BA24-4379-9675-4FD7074B5D33}" destId="{034D4FED-4295-42D4-956F-FA927E3A83CE}" srcOrd="1" destOrd="0" presId="urn:microsoft.com/office/officeart/2005/8/layout/cycle2"/>
    <dgm:cxn modelId="{B8ED4533-DC78-4DEC-ACE2-0E0461C7727C}" type="presOf" srcId="{7913BFF2-A259-4E94-A702-D64CDFBF988B}" destId="{39635690-0EDF-488B-BAAD-5B4275710900}" srcOrd="0" destOrd="0" presId="urn:microsoft.com/office/officeart/2005/8/layout/cycle2"/>
    <dgm:cxn modelId="{6B23853E-265D-421F-9E60-CD100870E568}" srcId="{F65C4D9E-4EDD-4EC5-A191-445EE67FBFD4}" destId="{CE0018D3-C11F-484F-8CA4-C333238612B6}" srcOrd="1" destOrd="0" parTransId="{C5CC2354-57E3-44B4-AFE0-380CC9311EC1}" sibTransId="{7913BFF2-A259-4E94-A702-D64CDFBF988B}"/>
    <dgm:cxn modelId="{AF1C1C40-8C90-41CE-AE5E-A2EF8764E5E8}" type="presOf" srcId="{44B9B713-B2EE-46AD-B53D-1AB60DEF3D17}" destId="{F465C5FB-AE9E-4E65-875A-1ECFE95A4F95}" srcOrd="0" destOrd="0" presId="urn:microsoft.com/office/officeart/2005/8/layout/cycle2"/>
    <dgm:cxn modelId="{022FD74F-B0B5-4C23-AD55-6A36224FDA0F}" type="presOf" srcId="{CE0018D3-C11F-484F-8CA4-C333238612B6}" destId="{0172CA42-C8FE-4483-8381-65E1D908606E}" srcOrd="0" destOrd="0" presId="urn:microsoft.com/office/officeart/2005/8/layout/cycle2"/>
    <dgm:cxn modelId="{37F31C7D-C991-41E4-A767-45C418FA24DE}" srcId="{F65C4D9E-4EDD-4EC5-A191-445EE67FBFD4}" destId="{A0BAA8E9-AA6D-421F-887A-979EEC2A8B9B}" srcOrd="3" destOrd="0" parTransId="{C0B7004C-3640-4017-B286-FCB07F4A124E}" sibTransId="{A683CC66-E5D1-4194-B349-ED175D0FB5B3}"/>
    <dgm:cxn modelId="{34AD4388-952A-4DA0-AE78-E53798A58D76}" type="presOf" srcId="{F65C4D9E-4EDD-4EC5-A191-445EE67FBFD4}" destId="{15E0ECBF-735D-49BD-A09C-3FCFCADDD586}" srcOrd="0" destOrd="0" presId="urn:microsoft.com/office/officeart/2005/8/layout/cycle2"/>
    <dgm:cxn modelId="{35FDD19D-DC39-439B-A52C-7757C5194BF4}" type="presOf" srcId="{7913BFF2-A259-4E94-A702-D64CDFBF988B}" destId="{9845BE39-28B8-44FA-A0EB-32268B84FA9D}" srcOrd="1" destOrd="0" presId="urn:microsoft.com/office/officeart/2005/8/layout/cycle2"/>
    <dgm:cxn modelId="{FF803DA3-99F8-48CF-A5F2-2E91C1475C90}" srcId="{F65C4D9E-4EDD-4EC5-A191-445EE67FBFD4}" destId="{44B9B713-B2EE-46AD-B53D-1AB60DEF3D17}" srcOrd="0" destOrd="0" parTransId="{59F072DE-12BF-4AFB-A6B3-76921EBAA8FA}" sibTransId="{F8098E0D-BA24-4379-9675-4FD7074B5D33}"/>
    <dgm:cxn modelId="{BB45EAAC-9267-459A-B876-28E0EF380D75}" type="presOf" srcId="{071B95E8-8F03-4A35-B309-240F56A17BA7}" destId="{2B5BFBF2-000E-41CE-B603-44CF363A3C9D}" srcOrd="0" destOrd="0" presId="urn:microsoft.com/office/officeart/2005/8/layout/cycle2"/>
    <dgm:cxn modelId="{E83D60D3-18F1-49F1-89EE-7D5560F46E69}" type="presOf" srcId="{071B95E8-8F03-4A35-B309-240F56A17BA7}" destId="{7F9F1F29-CD1B-4018-9DB0-40EDBCFD6294}" srcOrd="1" destOrd="0" presId="urn:microsoft.com/office/officeart/2005/8/layout/cycle2"/>
    <dgm:cxn modelId="{7FB7B1DB-48F4-41DA-A73B-8F4DCE7208A4}" type="presOf" srcId="{A0BAA8E9-AA6D-421F-887A-979EEC2A8B9B}" destId="{A8DAA1F3-8E4C-44EE-A661-FAC433966AE8}" srcOrd="0" destOrd="0" presId="urn:microsoft.com/office/officeart/2005/8/layout/cycle2"/>
    <dgm:cxn modelId="{42B5FCE2-514F-4A13-88EF-8610294CC316}" type="presOf" srcId="{A683CC66-E5D1-4194-B349-ED175D0FB5B3}" destId="{C75C9D11-39BF-4ABD-8024-C221F01449E3}" srcOrd="0" destOrd="0" presId="urn:microsoft.com/office/officeart/2005/8/layout/cycle2"/>
    <dgm:cxn modelId="{F5C8D1E4-F25C-4B4D-AE76-3DD8442F4012}" type="presOf" srcId="{A683CC66-E5D1-4194-B349-ED175D0FB5B3}" destId="{ECD1C551-6C1C-4BB1-AC72-320F8AF40481}" srcOrd="1" destOrd="0" presId="urn:microsoft.com/office/officeart/2005/8/layout/cycle2"/>
    <dgm:cxn modelId="{524C8CE5-21F6-4DA9-BDE3-30C2D381033E}" srcId="{F65C4D9E-4EDD-4EC5-A191-445EE67FBFD4}" destId="{DD3C2DB1-29C2-447B-A132-956B0FC35FF4}" srcOrd="2" destOrd="0" parTransId="{105AF0A7-668F-44F6-A427-12FBCE12C177}" sibTransId="{071B95E8-8F03-4A35-B309-240F56A17BA7}"/>
    <dgm:cxn modelId="{59106EE6-434D-4EE0-A875-0A53BEAFD62B}" type="presOf" srcId="{DD3C2DB1-29C2-447B-A132-956B0FC35FF4}" destId="{66A1535B-0076-4F41-9D76-381C44AA35E5}" srcOrd="0" destOrd="0" presId="urn:microsoft.com/office/officeart/2005/8/layout/cycle2"/>
    <dgm:cxn modelId="{2CD7F5B6-50BC-43D4-8BB9-5CADD5EA000B}" type="presParOf" srcId="{15E0ECBF-735D-49BD-A09C-3FCFCADDD586}" destId="{F465C5FB-AE9E-4E65-875A-1ECFE95A4F95}" srcOrd="0" destOrd="0" presId="urn:microsoft.com/office/officeart/2005/8/layout/cycle2"/>
    <dgm:cxn modelId="{416C7168-292F-45E4-B35E-DE5680A4695F}" type="presParOf" srcId="{15E0ECBF-735D-49BD-A09C-3FCFCADDD586}" destId="{5F428209-5584-43E3-9205-D0C9A8450EC1}" srcOrd="1" destOrd="0" presId="urn:microsoft.com/office/officeart/2005/8/layout/cycle2"/>
    <dgm:cxn modelId="{10755A67-CA54-45CC-92BE-B143F2429AE1}" type="presParOf" srcId="{5F428209-5584-43E3-9205-D0C9A8450EC1}" destId="{034D4FED-4295-42D4-956F-FA927E3A83CE}" srcOrd="0" destOrd="0" presId="urn:microsoft.com/office/officeart/2005/8/layout/cycle2"/>
    <dgm:cxn modelId="{182B30D1-EF63-4940-A58B-D2B4A88E1E4F}" type="presParOf" srcId="{15E0ECBF-735D-49BD-A09C-3FCFCADDD586}" destId="{0172CA42-C8FE-4483-8381-65E1D908606E}" srcOrd="2" destOrd="0" presId="urn:microsoft.com/office/officeart/2005/8/layout/cycle2"/>
    <dgm:cxn modelId="{35A23D4D-6877-4806-BFD8-79C6E3A13740}" type="presParOf" srcId="{15E0ECBF-735D-49BD-A09C-3FCFCADDD586}" destId="{39635690-0EDF-488B-BAAD-5B4275710900}" srcOrd="3" destOrd="0" presId="urn:microsoft.com/office/officeart/2005/8/layout/cycle2"/>
    <dgm:cxn modelId="{8EE39A0B-2858-461B-89FC-188310AD1197}" type="presParOf" srcId="{39635690-0EDF-488B-BAAD-5B4275710900}" destId="{9845BE39-28B8-44FA-A0EB-32268B84FA9D}" srcOrd="0" destOrd="0" presId="urn:microsoft.com/office/officeart/2005/8/layout/cycle2"/>
    <dgm:cxn modelId="{D001A71B-9F33-489A-B356-864EFF779DB1}" type="presParOf" srcId="{15E0ECBF-735D-49BD-A09C-3FCFCADDD586}" destId="{66A1535B-0076-4F41-9D76-381C44AA35E5}" srcOrd="4" destOrd="0" presId="urn:microsoft.com/office/officeart/2005/8/layout/cycle2"/>
    <dgm:cxn modelId="{753B37AA-0F10-4500-8C6D-590399801850}" type="presParOf" srcId="{15E0ECBF-735D-49BD-A09C-3FCFCADDD586}" destId="{2B5BFBF2-000E-41CE-B603-44CF363A3C9D}" srcOrd="5" destOrd="0" presId="urn:microsoft.com/office/officeart/2005/8/layout/cycle2"/>
    <dgm:cxn modelId="{B97C22CD-C4E9-4E9E-8F04-8EA1E79FE3B9}" type="presParOf" srcId="{2B5BFBF2-000E-41CE-B603-44CF363A3C9D}" destId="{7F9F1F29-CD1B-4018-9DB0-40EDBCFD6294}" srcOrd="0" destOrd="0" presId="urn:microsoft.com/office/officeart/2005/8/layout/cycle2"/>
    <dgm:cxn modelId="{309B2C18-1A7F-4F89-BC8E-A892426F1677}" type="presParOf" srcId="{15E0ECBF-735D-49BD-A09C-3FCFCADDD586}" destId="{A8DAA1F3-8E4C-44EE-A661-FAC433966AE8}" srcOrd="6" destOrd="0" presId="urn:microsoft.com/office/officeart/2005/8/layout/cycle2"/>
    <dgm:cxn modelId="{CCFA68C3-5E57-4F81-A089-06956AABA62F}" type="presParOf" srcId="{15E0ECBF-735D-49BD-A09C-3FCFCADDD586}" destId="{C75C9D11-39BF-4ABD-8024-C221F01449E3}" srcOrd="7" destOrd="0" presId="urn:microsoft.com/office/officeart/2005/8/layout/cycle2"/>
    <dgm:cxn modelId="{EC88A7BA-F1BD-48D8-A201-353ED49AA105}" type="presParOf" srcId="{C75C9D11-39BF-4ABD-8024-C221F01449E3}" destId="{ECD1C551-6C1C-4BB1-AC72-320F8AF4048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53BAE-C588-4E46-B93D-24395E0079C5}">
      <dsp:nvSpPr>
        <dsp:cNvPr id="0" name=""/>
        <dsp:cNvSpPr/>
      </dsp:nvSpPr>
      <dsp:spPr>
        <a:xfrm>
          <a:off x="1024625" y="229547"/>
          <a:ext cx="1097489" cy="10974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60C53-BD4E-4826-A1AC-C632AF3B2659}">
      <dsp:nvSpPr>
        <dsp:cNvPr id="0" name=""/>
        <dsp:cNvSpPr/>
      </dsp:nvSpPr>
      <dsp:spPr>
        <a:xfrm>
          <a:off x="5527" y="1477097"/>
          <a:ext cx="3135684" cy="470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 just culture focuses on learning and improvement rather than blame.</a:t>
          </a:r>
        </a:p>
      </dsp:txBody>
      <dsp:txXfrm>
        <a:off x="5527" y="1477097"/>
        <a:ext cx="3135684" cy="470352"/>
      </dsp:txXfrm>
    </dsp:sp>
    <dsp:sp modelId="{5ED916F2-187F-4A37-B840-A386277FD8BB}">
      <dsp:nvSpPr>
        <dsp:cNvPr id="0" name=""/>
        <dsp:cNvSpPr/>
      </dsp:nvSpPr>
      <dsp:spPr>
        <a:xfrm>
          <a:off x="5527" y="2017246"/>
          <a:ext cx="3135684" cy="17020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F74A6-78FD-4E88-BD2F-1A082FFDA07D}">
      <dsp:nvSpPr>
        <dsp:cNvPr id="0" name=""/>
        <dsp:cNvSpPr/>
      </dsp:nvSpPr>
      <dsp:spPr>
        <a:xfrm>
          <a:off x="4709055" y="229547"/>
          <a:ext cx="1097489" cy="10974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D9DAE-CEF6-4931-8368-EF21226293B4}">
      <dsp:nvSpPr>
        <dsp:cNvPr id="0" name=""/>
        <dsp:cNvSpPr/>
      </dsp:nvSpPr>
      <dsp:spPr>
        <a:xfrm>
          <a:off x="3689957" y="1477097"/>
          <a:ext cx="3135684" cy="470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 DevOps, this includes:</a:t>
          </a:r>
        </a:p>
      </dsp:txBody>
      <dsp:txXfrm>
        <a:off x="3689957" y="1477097"/>
        <a:ext cx="3135684" cy="470352"/>
      </dsp:txXfrm>
    </dsp:sp>
    <dsp:sp modelId="{7E3228A0-E423-446D-86C8-5E2983C8DEFE}">
      <dsp:nvSpPr>
        <dsp:cNvPr id="0" name=""/>
        <dsp:cNvSpPr/>
      </dsp:nvSpPr>
      <dsp:spPr>
        <a:xfrm>
          <a:off x="3689957" y="2017246"/>
          <a:ext cx="3135684" cy="17020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Blameless postmortems – Reviewing incidents without blaming individuals, to understand what happened and improve systems.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Psychological safety – Team members feel safe to speak up about mistakes or concerns without fear of punishment.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Shared accountability – Responsibility for outcomes is distributed across teams and processes, not just individuals.</a:t>
          </a:r>
        </a:p>
      </dsp:txBody>
      <dsp:txXfrm>
        <a:off x="3689957" y="2017246"/>
        <a:ext cx="3135684" cy="1702082"/>
      </dsp:txXfrm>
    </dsp:sp>
    <dsp:sp modelId="{38F8F877-2007-410A-966A-8D17C3F760FE}">
      <dsp:nvSpPr>
        <dsp:cNvPr id="0" name=""/>
        <dsp:cNvSpPr/>
      </dsp:nvSpPr>
      <dsp:spPr>
        <a:xfrm>
          <a:off x="8393484" y="229547"/>
          <a:ext cx="1097489" cy="10974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EB0C3-7F52-419F-9332-C9AE0F241399}">
      <dsp:nvSpPr>
        <dsp:cNvPr id="0" name=""/>
        <dsp:cNvSpPr/>
      </dsp:nvSpPr>
      <dsp:spPr>
        <a:xfrm>
          <a:off x="7374387" y="1477097"/>
          <a:ext cx="3135684" cy="470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Purpose:</a:t>
          </a:r>
        </a:p>
      </dsp:txBody>
      <dsp:txXfrm>
        <a:off x="7374387" y="1477097"/>
        <a:ext cx="3135684" cy="470352"/>
      </dsp:txXfrm>
    </dsp:sp>
    <dsp:sp modelId="{B3893FE0-6C11-4308-924D-B0F93196855A}">
      <dsp:nvSpPr>
        <dsp:cNvPr id="0" name=""/>
        <dsp:cNvSpPr/>
      </dsp:nvSpPr>
      <dsp:spPr>
        <a:xfrm>
          <a:off x="7374387" y="2017246"/>
          <a:ext cx="3135684" cy="17020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Understand why failures happen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 systems, not punish people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Embed learning into daily work</a:t>
          </a:r>
        </a:p>
      </dsp:txBody>
      <dsp:txXfrm>
        <a:off x="7374387" y="2017246"/>
        <a:ext cx="3135684" cy="17020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78AE6-722C-434C-9DDC-876DC57737A7}">
      <dsp:nvSpPr>
        <dsp:cNvPr id="0" name=""/>
        <dsp:cNvSpPr/>
      </dsp:nvSpPr>
      <dsp:spPr>
        <a:xfrm>
          <a:off x="0" y="4978"/>
          <a:ext cx="6364224" cy="11587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F5D00-1896-40BB-BFA3-A59881731DE8}">
      <dsp:nvSpPr>
        <dsp:cNvPr id="0" name=""/>
        <dsp:cNvSpPr/>
      </dsp:nvSpPr>
      <dsp:spPr>
        <a:xfrm>
          <a:off x="350509" y="265688"/>
          <a:ext cx="637290" cy="6372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4616C-BDE7-4143-9D24-29D679D62F8D}">
      <dsp:nvSpPr>
        <dsp:cNvPr id="0" name=""/>
        <dsp:cNvSpPr/>
      </dsp:nvSpPr>
      <dsp:spPr>
        <a:xfrm>
          <a:off x="1338310" y="4978"/>
          <a:ext cx="5024605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DevOps requires frequent change and experimentation.</a:t>
          </a:r>
        </a:p>
      </dsp:txBody>
      <dsp:txXfrm>
        <a:off x="1338310" y="4978"/>
        <a:ext cx="5024605" cy="1158710"/>
      </dsp:txXfrm>
    </dsp:sp>
    <dsp:sp modelId="{25FC78BE-4A24-4F3A-BD00-7A2171E21338}">
      <dsp:nvSpPr>
        <dsp:cNvPr id="0" name=""/>
        <dsp:cNvSpPr/>
      </dsp:nvSpPr>
      <dsp:spPr>
        <a:xfrm>
          <a:off x="0" y="1453366"/>
          <a:ext cx="6364224" cy="11587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681B5-D478-4486-AD72-EB5EB44FB9EB}">
      <dsp:nvSpPr>
        <dsp:cNvPr id="0" name=""/>
        <dsp:cNvSpPr/>
      </dsp:nvSpPr>
      <dsp:spPr>
        <a:xfrm>
          <a:off x="350509" y="1714076"/>
          <a:ext cx="637290" cy="6372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A3D30-2F42-499D-AF86-DF5F9CCFA0AB}">
      <dsp:nvSpPr>
        <dsp:cNvPr id="0" name=""/>
        <dsp:cNvSpPr/>
      </dsp:nvSpPr>
      <dsp:spPr>
        <a:xfrm>
          <a:off x="1338310" y="1453366"/>
          <a:ext cx="5024605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Failures are inevitable in complex systems.</a:t>
          </a:r>
        </a:p>
      </dsp:txBody>
      <dsp:txXfrm>
        <a:off x="1338310" y="1453366"/>
        <a:ext cx="5024605" cy="1158710"/>
      </dsp:txXfrm>
    </dsp:sp>
    <dsp:sp modelId="{B590C306-3465-44BA-8FBE-C28F17B9A2AB}">
      <dsp:nvSpPr>
        <dsp:cNvPr id="0" name=""/>
        <dsp:cNvSpPr/>
      </dsp:nvSpPr>
      <dsp:spPr>
        <a:xfrm>
          <a:off x="0" y="2901754"/>
          <a:ext cx="6364224" cy="11587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EDC15-979E-4CA0-ADE0-386EFC6A04C7}">
      <dsp:nvSpPr>
        <dsp:cNvPr id="0" name=""/>
        <dsp:cNvSpPr/>
      </dsp:nvSpPr>
      <dsp:spPr>
        <a:xfrm>
          <a:off x="350509" y="3162464"/>
          <a:ext cx="637290" cy="6372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D24D1-3B13-424D-AE12-38992DC68B5D}">
      <dsp:nvSpPr>
        <dsp:cNvPr id="0" name=""/>
        <dsp:cNvSpPr/>
      </dsp:nvSpPr>
      <dsp:spPr>
        <a:xfrm>
          <a:off x="1338310" y="2901754"/>
          <a:ext cx="2863900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just culture:</a:t>
          </a:r>
        </a:p>
      </dsp:txBody>
      <dsp:txXfrm>
        <a:off x="1338310" y="2901754"/>
        <a:ext cx="2863900" cy="1158710"/>
      </dsp:txXfrm>
    </dsp:sp>
    <dsp:sp modelId="{73076E71-E476-44B9-BB98-8F6AF020E1B1}">
      <dsp:nvSpPr>
        <dsp:cNvPr id="0" name=""/>
        <dsp:cNvSpPr/>
      </dsp:nvSpPr>
      <dsp:spPr>
        <a:xfrm>
          <a:off x="4202211" y="2901754"/>
          <a:ext cx="216070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Reduces fear of reporting problems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Enables rapid recovery and improvement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Turns local discoveries into global standards</a:t>
          </a:r>
        </a:p>
      </dsp:txBody>
      <dsp:txXfrm>
        <a:off x="4202211" y="2901754"/>
        <a:ext cx="2160704" cy="1158710"/>
      </dsp:txXfrm>
    </dsp:sp>
    <dsp:sp modelId="{ED138705-BDE2-4502-8B75-9728889F06BE}">
      <dsp:nvSpPr>
        <dsp:cNvPr id="0" name=""/>
        <dsp:cNvSpPr/>
      </dsp:nvSpPr>
      <dsp:spPr>
        <a:xfrm>
          <a:off x="0" y="4350142"/>
          <a:ext cx="6364224" cy="11587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9A0F3-2F72-4928-8B6B-A7C49A22B191}">
      <dsp:nvSpPr>
        <dsp:cNvPr id="0" name=""/>
        <dsp:cNvSpPr/>
      </dsp:nvSpPr>
      <dsp:spPr>
        <a:xfrm>
          <a:off x="350509" y="4610852"/>
          <a:ext cx="637290" cy="6372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991AC-A155-47D1-9FD3-F26D8AD86211}">
      <dsp:nvSpPr>
        <dsp:cNvPr id="0" name=""/>
        <dsp:cNvSpPr/>
      </dsp:nvSpPr>
      <dsp:spPr>
        <a:xfrm>
          <a:off x="1338310" y="4350142"/>
          <a:ext cx="5024605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Intuit celebrates learnings from mistakes publicly to share knowledge across teams.(Kim, 2015)</a:t>
          </a:r>
        </a:p>
      </dsp:txBody>
      <dsp:txXfrm>
        <a:off x="1338310" y="4350142"/>
        <a:ext cx="5024605" cy="1158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C5F17-19C4-42FC-9E56-0E108F7A14A7}">
      <dsp:nvSpPr>
        <dsp:cNvPr id="0" name=""/>
        <dsp:cNvSpPr/>
      </dsp:nvSpPr>
      <dsp:spPr>
        <a:xfrm>
          <a:off x="0" y="43213"/>
          <a:ext cx="6364224" cy="6633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Blame and Bias</a:t>
          </a:r>
        </a:p>
      </dsp:txBody>
      <dsp:txXfrm>
        <a:off x="32384" y="75597"/>
        <a:ext cx="6299456" cy="598621"/>
      </dsp:txXfrm>
    </dsp:sp>
    <dsp:sp modelId="{9FF80994-BC7B-4000-9BB7-7EA22C12AD68}">
      <dsp:nvSpPr>
        <dsp:cNvPr id="0" name=""/>
        <dsp:cNvSpPr/>
      </dsp:nvSpPr>
      <dsp:spPr>
        <a:xfrm>
          <a:off x="0" y="706603"/>
          <a:ext cx="6364224" cy="1313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Attribution bias: assuming mistakes reflect personal flaws.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Outcome bias: punishing more harshly if the impact is severe.</a:t>
          </a:r>
        </a:p>
      </dsp:txBody>
      <dsp:txXfrm>
        <a:off x="0" y="706603"/>
        <a:ext cx="6364224" cy="1313414"/>
      </dsp:txXfrm>
    </dsp:sp>
    <dsp:sp modelId="{7C81A82F-3D3D-451C-92B4-FB2D9AE4A793}">
      <dsp:nvSpPr>
        <dsp:cNvPr id="0" name=""/>
        <dsp:cNvSpPr/>
      </dsp:nvSpPr>
      <dsp:spPr>
        <a:xfrm>
          <a:off x="0" y="2020018"/>
          <a:ext cx="6364224" cy="66338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Lack of Transparency</a:t>
          </a:r>
        </a:p>
      </dsp:txBody>
      <dsp:txXfrm>
        <a:off x="32384" y="2052402"/>
        <a:ext cx="6299456" cy="598621"/>
      </dsp:txXfrm>
    </dsp:sp>
    <dsp:sp modelId="{D310DD94-10BF-4C91-90E1-ADACE53A8619}">
      <dsp:nvSpPr>
        <dsp:cNvPr id="0" name=""/>
        <dsp:cNvSpPr/>
      </dsp:nvSpPr>
      <dsp:spPr>
        <a:xfrm>
          <a:off x="0" y="2683408"/>
          <a:ext cx="6364224" cy="103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People don’t know how mistakes will be assessed.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Unclear processes increase fear.</a:t>
          </a:r>
        </a:p>
      </dsp:txBody>
      <dsp:txXfrm>
        <a:off x="0" y="2683408"/>
        <a:ext cx="6364224" cy="1033964"/>
      </dsp:txXfrm>
    </dsp:sp>
    <dsp:sp modelId="{F7D4AE94-22FA-4FE8-8617-B0B5E9686BFD}">
      <dsp:nvSpPr>
        <dsp:cNvPr id="0" name=""/>
        <dsp:cNvSpPr/>
      </dsp:nvSpPr>
      <dsp:spPr>
        <a:xfrm>
          <a:off x="0" y="3717373"/>
          <a:ext cx="6364224" cy="66338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Inconsistent Processes</a:t>
          </a:r>
        </a:p>
      </dsp:txBody>
      <dsp:txXfrm>
        <a:off x="32384" y="3749757"/>
        <a:ext cx="6299456" cy="598621"/>
      </dsp:txXfrm>
    </dsp:sp>
    <dsp:sp modelId="{97353F04-5046-41D6-A713-A740FE1D64FE}">
      <dsp:nvSpPr>
        <dsp:cNvPr id="0" name=""/>
        <dsp:cNvSpPr/>
      </dsp:nvSpPr>
      <dsp:spPr>
        <a:xfrm>
          <a:off x="0" y="4380763"/>
          <a:ext cx="6364224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Different leaders handle incidents differently.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Leads to perceptions of unfairness.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100" kern="1200" dirty="0"/>
            <a:t>(HQA, n.d.)</a:t>
          </a:r>
        </a:p>
      </dsp:txBody>
      <dsp:txXfrm>
        <a:off x="0" y="4380763"/>
        <a:ext cx="6364224" cy="1089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5C5FB-AE9E-4E65-875A-1ECFE95A4F95}">
      <dsp:nvSpPr>
        <dsp:cNvPr id="0" name=""/>
        <dsp:cNvSpPr/>
      </dsp:nvSpPr>
      <dsp:spPr>
        <a:xfrm>
          <a:off x="1784316" y="1379"/>
          <a:ext cx="1496203" cy="1496203"/>
        </a:xfrm>
        <a:prstGeom prst="ellipse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/>
            <a:t>Blame Culture</a:t>
          </a:r>
        </a:p>
      </dsp:txBody>
      <dsp:txXfrm>
        <a:off x="2003430" y="220493"/>
        <a:ext cx="1057975" cy="1057975"/>
      </dsp:txXfrm>
    </dsp:sp>
    <dsp:sp modelId="{5F428209-5584-43E3-9205-D0C9A8450EC1}">
      <dsp:nvSpPr>
        <dsp:cNvPr id="0" name=""/>
        <dsp:cNvSpPr/>
      </dsp:nvSpPr>
      <dsp:spPr>
        <a:xfrm rot="2700000">
          <a:off x="3120001" y="1283788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137505" y="1342524"/>
        <a:ext cx="278892" cy="302980"/>
      </dsp:txXfrm>
    </dsp:sp>
    <dsp:sp modelId="{0172CA42-C8FE-4483-8381-65E1D908606E}">
      <dsp:nvSpPr>
        <dsp:cNvPr id="0" name=""/>
        <dsp:cNvSpPr/>
      </dsp:nvSpPr>
      <dsp:spPr>
        <a:xfrm>
          <a:off x="3373846" y="1590910"/>
          <a:ext cx="1496203" cy="1496203"/>
        </a:xfrm>
        <a:prstGeom prst="ellipse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Fear</a:t>
          </a:r>
        </a:p>
      </dsp:txBody>
      <dsp:txXfrm>
        <a:off x="3592960" y="1810024"/>
        <a:ext cx="1057975" cy="1057975"/>
      </dsp:txXfrm>
    </dsp:sp>
    <dsp:sp modelId="{39635690-0EDF-488B-BAAD-5B4275710900}">
      <dsp:nvSpPr>
        <dsp:cNvPr id="0" name=""/>
        <dsp:cNvSpPr/>
      </dsp:nvSpPr>
      <dsp:spPr>
        <a:xfrm rot="8100000">
          <a:off x="3135947" y="2873319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3237968" y="2932055"/>
        <a:ext cx="278892" cy="302980"/>
      </dsp:txXfrm>
    </dsp:sp>
    <dsp:sp modelId="{66A1535B-0076-4F41-9D76-381C44AA35E5}">
      <dsp:nvSpPr>
        <dsp:cNvPr id="0" name=""/>
        <dsp:cNvSpPr/>
      </dsp:nvSpPr>
      <dsp:spPr>
        <a:xfrm>
          <a:off x="1784316" y="3180440"/>
          <a:ext cx="1496203" cy="1496203"/>
        </a:xfrm>
        <a:prstGeom prst="ellipse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Underreporting</a:t>
          </a:r>
        </a:p>
      </dsp:txBody>
      <dsp:txXfrm>
        <a:off x="2003430" y="3399554"/>
        <a:ext cx="1057975" cy="1057975"/>
      </dsp:txXfrm>
    </dsp:sp>
    <dsp:sp modelId="{2B5BFBF2-000E-41CE-B603-44CF363A3C9D}">
      <dsp:nvSpPr>
        <dsp:cNvPr id="0" name=""/>
        <dsp:cNvSpPr/>
      </dsp:nvSpPr>
      <dsp:spPr>
        <a:xfrm rot="13500000">
          <a:off x="1546416" y="2889266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1648437" y="3032518"/>
        <a:ext cx="278892" cy="302980"/>
      </dsp:txXfrm>
    </dsp:sp>
    <dsp:sp modelId="{A8DAA1F3-8E4C-44EE-A661-FAC433966AE8}">
      <dsp:nvSpPr>
        <dsp:cNvPr id="0" name=""/>
        <dsp:cNvSpPr/>
      </dsp:nvSpPr>
      <dsp:spPr>
        <a:xfrm>
          <a:off x="194785" y="1590910"/>
          <a:ext cx="1496203" cy="1496203"/>
        </a:xfrm>
        <a:prstGeom prst="ellipse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Repeated Failures</a:t>
          </a:r>
        </a:p>
      </dsp:txBody>
      <dsp:txXfrm>
        <a:off x="413899" y="1810024"/>
        <a:ext cx="1057975" cy="1057975"/>
      </dsp:txXfrm>
    </dsp:sp>
    <dsp:sp modelId="{C75C9D11-39BF-4ABD-8024-C221F01449E3}">
      <dsp:nvSpPr>
        <dsp:cNvPr id="0" name=""/>
        <dsp:cNvSpPr/>
      </dsp:nvSpPr>
      <dsp:spPr>
        <a:xfrm rot="18900000">
          <a:off x="1530470" y="1299735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547974" y="1442987"/>
        <a:ext cx="278892" cy="3029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5C5FB-AE9E-4E65-875A-1ECFE95A4F95}">
      <dsp:nvSpPr>
        <dsp:cNvPr id="0" name=""/>
        <dsp:cNvSpPr/>
      </dsp:nvSpPr>
      <dsp:spPr>
        <a:xfrm>
          <a:off x="1784316" y="1379"/>
          <a:ext cx="1496203" cy="1496203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 dirty="0"/>
            <a:t>Just Culture</a:t>
          </a:r>
        </a:p>
      </dsp:txBody>
      <dsp:txXfrm>
        <a:off x="2003430" y="220493"/>
        <a:ext cx="1057975" cy="1057975"/>
      </dsp:txXfrm>
    </dsp:sp>
    <dsp:sp modelId="{5F428209-5584-43E3-9205-D0C9A8450EC1}">
      <dsp:nvSpPr>
        <dsp:cNvPr id="0" name=""/>
        <dsp:cNvSpPr/>
      </dsp:nvSpPr>
      <dsp:spPr>
        <a:xfrm rot="2700000">
          <a:off x="3120001" y="1283788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137505" y="1342524"/>
        <a:ext cx="278892" cy="302980"/>
      </dsp:txXfrm>
    </dsp:sp>
    <dsp:sp modelId="{0172CA42-C8FE-4483-8381-65E1D908606E}">
      <dsp:nvSpPr>
        <dsp:cNvPr id="0" name=""/>
        <dsp:cNvSpPr/>
      </dsp:nvSpPr>
      <dsp:spPr>
        <a:xfrm>
          <a:off x="3373846" y="1590910"/>
          <a:ext cx="1496203" cy="1496203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Safety</a:t>
          </a:r>
        </a:p>
      </dsp:txBody>
      <dsp:txXfrm>
        <a:off x="3592960" y="1810024"/>
        <a:ext cx="1057975" cy="1057975"/>
      </dsp:txXfrm>
    </dsp:sp>
    <dsp:sp modelId="{39635690-0EDF-488B-BAAD-5B4275710900}">
      <dsp:nvSpPr>
        <dsp:cNvPr id="0" name=""/>
        <dsp:cNvSpPr/>
      </dsp:nvSpPr>
      <dsp:spPr>
        <a:xfrm rot="8100000">
          <a:off x="3135947" y="2873319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3237968" y="2932055"/>
        <a:ext cx="278892" cy="302980"/>
      </dsp:txXfrm>
    </dsp:sp>
    <dsp:sp modelId="{66A1535B-0076-4F41-9D76-381C44AA35E5}">
      <dsp:nvSpPr>
        <dsp:cNvPr id="0" name=""/>
        <dsp:cNvSpPr/>
      </dsp:nvSpPr>
      <dsp:spPr>
        <a:xfrm>
          <a:off x="1784316" y="3180440"/>
          <a:ext cx="1496203" cy="1496203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Reporting</a:t>
          </a:r>
        </a:p>
      </dsp:txBody>
      <dsp:txXfrm>
        <a:off x="2003430" y="3399554"/>
        <a:ext cx="1057975" cy="1057975"/>
      </dsp:txXfrm>
    </dsp:sp>
    <dsp:sp modelId="{2B5BFBF2-000E-41CE-B603-44CF363A3C9D}">
      <dsp:nvSpPr>
        <dsp:cNvPr id="0" name=""/>
        <dsp:cNvSpPr/>
      </dsp:nvSpPr>
      <dsp:spPr>
        <a:xfrm rot="13500000">
          <a:off x="1546416" y="2889266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1648437" y="3032518"/>
        <a:ext cx="278892" cy="302980"/>
      </dsp:txXfrm>
    </dsp:sp>
    <dsp:sp modelId="{A8DAA1F3-8E4C-44EE-A661-FAC433966AE8}">
      <dsp:nvSpPr>
        <dsp:cNvPr id="0" name=""/>
        <dsp:cNvSpPr/>
      </dsp:nvSpPr>
      <dsp:spPr>
        <a:xfrm>
          <a:off x="194785" y="1590910"/>
          <a:ext cx="1496203" cy="1496203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Learning &amp; Improvement</a:t>
          </a:r>
        </a:p>
      </dsp:txBody>
      <dsp:txXfrm>
        <a:off x="413899" y="1810024"/>
        <a:ext cx="1057975" cy="1057975"/>
      </dsp:txXfrm>
    </dsp:sp>
    <dsp:sp modelId="{C75C9D11-39BF-4ABD-8024-C221F01449E3}">
      <dsp:nvSpPr>
        <dsp:cNvPr id="0" name=""/>
        <dsp:cNvSpPr/>
      </dsp:nvSpPr>
      <dsp:spPr>
        <a:xfrm rot="18900000">
          <a:off x="1530470" y="1299735"/>
          <a:ext cx="398417" cy="504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47974" y="1442987"/>
        <a:ext cx="278892" cy="302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CBFD-984E-EBC4-0588-40B4F35D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F2D75-CE40-988B-F8D9-9B136B84F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83C6A-263D-9A0C-9C11-B000A539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6731C-C389-B8F9-FB8F-C15B96A8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B983-59B6-608E-B9B6-B7334AC2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5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BF0C-5CC5-DAA7-B91C-8E52C7E4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B54A7-4C63-FD3B-5783-E0BBF04CA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E5912-5A57-F52D-C2FF-F9815FEDC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F10CF-2A8E-8A40-6DEB-838C2C89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5D4F0-57C6-83DA-D382-D68DA5E8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628C-3D58-7EB6-6134-0792D137C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5BBBF-E0AA-528E-5E4A-A101E0392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56684-2C51-E086-3CCD-46E02F44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054FF-6C19-ABCC-2FF3-3DC484B9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C4F3F-E77A-DE5D-799C-91DC559A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4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5712-EC88-FBDF-EBE3-588BAB4F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95008-2366-C350-B990-8B9D341D3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6C13A-461A-8B45-55D7-12E571ECD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60029-FB1E-F65D-5486-9BE85B02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11329-422E-75E9-14F6-F9657E50F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86825-CD67-928D-2ADC-3C9A40D9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5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9881-2673-5F45-E143-6F66F08E8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4ACA9-336E-6C71-DA7B-9F1DF7D4A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5E348-6A33-F291-BF8B-6C8B49709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ABDD7-9C46-052F-129A-2E6B3D0DF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012B2-6DB5-A651-4329-EB22DC0E8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AD064-601F-9298-C2D6-510FB525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4AF2B-8038-1649-8EE2-A109DC02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06F0F-5AA1-5FF5-9626-C166D49A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7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2051-8F6D-53D4-6045-1FE92382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EAE6C-4226-5AD5-9CB8-E5F6BC7B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9EEAE-977D-4C68-AB0A-0B978D33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A3017-A231-5086-AA49-1311C803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5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EF4C4-11AA-E90F-9A72-33BBAF2D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442E5-5FA8-CBFD-8960-1FD3A0E5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6B9C2-0EF9-4B71-27B8-BDC7C23D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6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15CD-EE20-9D98-26EA-E82B6ED5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8469-7917-DAE3-CCD8-6A59EF070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21897-CDDC-FC69-D1B0-1B95597C0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D88AD-6BB0-3419-DAA7-339E0F06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A1071-52BD-670B-765A-398929A5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E781-7C91-F7F1-B8C2-37C90184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A807-9A4D-0F0C-AB19-3F33AC42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EB7F2-22B0-9D7F-F190-1A48A9239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B1B1C-3D89-EA19-403C-4C734EC5F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5CADC-35DD-8638-DA19-AFCB5182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A5894-AD33-DFAE-DD9A-47AC9709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ED073-F2AE-68F6-AA03-1EC1EEE1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5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8D45-74A3-4DC9-05F2-4ADEA467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7E632-3596-36E6-CCD5-2BC155F76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04B4-43E3-E990-DF5F-9A042E16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2A5BA-051F-37CE-2AC0-9FEEE5A4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1E195-DA8F-5EB3-0A74-3B809FA4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16F98-7056-B3C1-E92C-39AA8F31A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F80D1-FC4B-CF6A-9174-FE41F2809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EC3-9378-5F34-A1E0-277DA461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02DEB-E637-0560-4FA9-26219A22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3CAE1-F59F-737A-22EF-E9C46C05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8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BC31A-130C-7438-B542-28873BC5D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33C5B-0A96-C21E-A95D-E38F0A8E8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BA159-33AA-F92B-5E94-8397470F9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7AB31-229F-4BF5-AD02-6CB6039A8F2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AC22E-3117-61E5-FF30-8EC256EAE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BFECC-9E17-1188-11DF-70137F531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348CE-A2C2-4815-9DF4-EB3BFBE90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0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0186448/" TargetMode="External"/><Relationship Id="rId2" Type="http://schemas.openxmlformats.org/officeDocument/2006/relationships/hyperlink" Target="https://opensource.com/business/15/2/organizational-learning-new-perspective-devop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stculture.hqa.ca/overcoming-barriers-to-a-just-cultu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D6E71-F366-94FB-2E7B-70ED887C5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Establishing a Just, Learning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D2685-2902-1C35-D0A5-9F5E662A6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Colton Kohler</a:t>
            </a:r>
          </a:p>
          <a:p>
            <a:pPr algn="l"/>
            <a:r>
              <a:rPr lang="en-US"/>
              <a:t>Module 9.2 Assignment – CSD-380</a:t>
            </a:r>
          </a:p>
          <a:p>
            <a:pPr algn="l"/>
            <a:r>
              <a:rPr lang="en-US"/>
              <a:t>7/13/2025</a:t>
            </a:r>
          </a:p>
        </p:txBody>
      </p:sp>
    </p:spTree>
    <p:extLst>
      <p:ext uri="{BB962C8B-B14F-4D97-AF65-F5344CB8AC3E}">
        <p14:creationId xmlns:p14="http://schemas.microsoft.com/office/powerpoint/2010/main" val="289252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A7BD2-A7B5-C0AE-F867-273367D8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What is a Just Culture?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A990D1-D79C-2CCB-34F2-5D1E60E7A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19321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370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7DC92-4497-D120-38FE-23D32F5D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Why It Matters in DevOps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E9F8B8-AFC9-DF42-DF01-C9585733B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1058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408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323A1-109D-7F04-F318-7D08957B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Common Barriers to a Just Culture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1054E0-C380-576C-42EA-79DFDB3AB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2062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899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352C8-B783-F47E-2841-3CE384A6F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Additional Challenges in DevOps</a:t>
            </a:r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A0168DA9-614C-696D-9614-3D7E40EEF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4AE1-4B38-CCF9-C4BA-5F415A541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Overemphasis on speed can discourage reflection.</a:t>
            </a:r>
          </a:p>
          <a:p>
            <a:r>
              <a:rPr lang="en-US" sz="1800">
                <a:solidFill>
                  <a:schemeClr val="tx2"/>
                </a:solidFill>
              </a:rPr>
              <a:t>Lack of psychological safety prevents honest discussion.</a:t>
            </a:r>
          </a:p>
          <a:p>
            <a:r>
              <a:rPr lang="en-US" sz="1800">
                <a:solidFill>
                  <a:schemeClr val="tx2"/>
                </a:solidFill>
              </a:rPr>
              <a:t>Failure to document learnings in shared repositories.</a:t>
            </a:r>
          </a:p>
          <a:p>
            <a:r>
              <a:rPr lang="en-US" sz="1800">
                <a:solidFill>
                  <a:schemeClr val="tx2"/>
                </a:solidFill>
              </a:rPr>
              <a:t>Siloed teams may repeat the same mistakes.</a:t>
            </a:r>
          </a:p>
          <a:p>
            <a:r>
              <a:rPr lang="en-US" sz="1800" b="1">
                <a:solidFill>
                  <a:schemeClr val="tx2"/>
                </a:solidFill>
              </a:rPr>
              <a:t>(Kim, 2015)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1312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918CE-B118-0C53-D9DC-A7379184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Strategies to Overcome Barriers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FE5A5-8990-6397-59DB-0B9B790BB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2000" dirty="0"/>
              <a:t>Use </a:t>
            </a:r>
            <a:r>
              <a:rPr lang="en-US" sz="2000" b="1" dirty="0"/>
              <a:t>blameless postmortems</a:t>
            </a:r>
            <a:r>
              <a:rPr lang="en-US" sz="2000" dirty="0"/>
              <a:t> to assess events without assigning fault.</a:t>
            </a:r>
          </a:p>
          <a:p>
            <a:r>
              <a:rPr lang="en-US" sz="2000" dirty="0"/>
              <a:t>Make processes for evaluating incidents </a:t>
            </a:r>
            <a:r>
              <a:rPr lang="en-US" sz="2000" b="1" dirty="0"/>
              <a:t>transparent and consistent</a:t>
            </a:r>
            <a:r>
              <a:rPr lang="en-US" sz="2000" dirty="0"/>
              <a:t>.</a:t>
            </a:r>
          </a:p>
          <a:p>
            <a:r>
              <a:rPr lang="en-US" sz="2000" dirty="0"/>
              <a:t>Embed knowledge in:</a:t>
            </a:r>
          </a:p>
          <a:p>
            <a:pPr lvl="1"/>
            <a:r>
              <a:rPr lang="en-US" sz="2000" dirty="0"/>
              <a:t>Shared code repositories</a:t>
            </a:r>
          </a:p>
          <a:p>
            <a:pPr lvl="1"/>
            <a:r>
              <a:rPr lang="en-US" sz="2000" dirty="0"/>
              <a:t>Documentation</a:t>
            </a:r>
          </a:p>
          <a:p>
            <a:pPr lvl="1"/>
            <a:r>
              <a:rPr lang="en-US" sz="2000" dirty="0"/>
              <a:t>Team rituals</a:t>
            </a:r>
          </a:p>
          <a:p>
            <a:r>
              <a:rPr lang="en-US" sz="2000" dirty="0"/>
              <a:t>Leaders must model accountability and openness.</a:t>
            </a:r>
          </a:p>
          <a:p>
            <a:pPr marL="0" indent="0">
              <a:buNone/>
            </a:pPr>
            <a:r>
              <a:rPr lang="en-US" sz="2000" b="1" dirty="0"/>
              <a:t>(Murray et al., 2023; HQA, n.d.)</a:t>
            </a:r>
            <a:endParaRPr lang="en-US" sz="20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5266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977A-075D-8415-9E84-3E046E91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From Blame to Learning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8D1AA88-3A35-3AE4-689F-6FF642B0FE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8416768"/>
              </p:ext>
            </p:extLst>
          </p:nvPr>
        </p:nvGraphicFramePr>
        <p:xfrm>
          <a:off x="400050" y="1640417"/>
          <a:ext cx="5064836" cy="467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8CDDBD-C2B1-7431-4ECC-813703A286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9045417"/>
              </p:ext>
            </p:extLst>
          </p:nvPr>
        </p:nvGraphicFramePr>
        <p:xfrm>
          <a:off x="6288964" y="1640417"/>
          <a:ext cx="5064836" cy="467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6D14F7-C74B-03BD-4529-C8C552EC2C90}"/>
              </a:ext>
            </a:extLst>
          </p:cNvPr>
          <p:cNvSpPr txBox="1"/>
          <p:nvPr/>
        </p:nvSpPr>
        <p:spPr>
          <a:xfrm>
            <a:off x="5416550" y="3600450"/>
            <a:ext cx="920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VS.</a:t>
            </a:r>
          </a:p>
        </p:txBody>
      </p:sp>
    </p:spTree>
    <p:extLst>
      <p:ext uri="{BB962C8B-B14F-4D97-AF65-F5344CB8AC3E}">
        <p14:creationId xmlns:p14="http://schemas.microsoft.com/office/powerpoint/2010/main" val="1944554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3405-E9C3-C8EF-7BC8-1877ADA3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8F22-2EA4-8C2F-440B-F7D973CAE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 Kim. (2015). Organizational learning: A new perspective on DevOps. </a:t>
            </a:r>
            <a:r>
              <a:rPr lang="en-US" i="1" dirty="0"/>
              <a:t>Opensource.com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https://opensource.com/business/15/2/organizational-learning-new-perspective-devops</a:t>
            </a:r>
            <a:endParaRPr lang="en-US" dirty="0"/>
          </a:p>
          <a:p>
            <a:r>
              <a:rPr lang="en-US" dirty="0"/>
              <a:t>Murray, J. S., Lee, J., Larson, S., Range, A., Scott, D., &amp; Clifford, J. (2023). Requirements for implementing a ‘just culture’ within healthcare </a:t>
            </a:r>
            <a:r>
              <a:rPr lang="en-US" dirty="0" err="1"/>
              <a:t>organisations</a:t>
            </a:r>
            <a:r>
              <a:rPr lang="en-US" dirty="0"/>
              <a:t>: An integrative review. </a:t>
            </a:r>
            <a:r>
              <a:rPr lang="en-US" i="1" dirty="0"/>
              <a:t>BMJ Open Quality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https://pmc.ncbi.nlm.nih.gov/articles/PMC10186448/</a:t>
            </a:r>
            <a:endParaRPr lang="en-US" dirty="0"/>
          </a:p>
          <a:p>
            <a:r>
              <a:rPr lang="en-US" dirty="0"/>
              <a:t>Healthcare Quality Assurance. (n.d.). Overcoming barriers to a just culture. </a:t>
            </a:r>
            <a:r>
              <a:rPr lang="en-US" dirty="0">
                <a:hlinkClick r:id="rId4"/>
              </a:rPr>
              <a:t>https://justculture.hqa.ca/overcoming-barriers-to-a-just-culture/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811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466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Establishing a Just, Learning Culture</vt:lpstr>
      <vt:lpstr>What is a Just Culture?</vt:lpstr>
      <vt:lpstr>Why It Matters in DevOps</vt:lpstr>
      <vt:lpstr>Common Barriers to a Just Culture</vt:lpstr>
      <vt:lpstr>Additional Challenges in DevOps</vt:lpstr>
      <vt:lpstr>Strategies to Overcome Barriers</vt:lpstr>
      <vt:lpstr>From Blame to Learning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Colton Kohler</dc:creator>
  <cp:lastModifiedBy>Colton Kohler</cp:lastModifiedBy>
  <cp:revision>1</cp:revision>
  <dcterms:created xsi:type="dcterms:W3CDTF">2025-07-14T02:23:02Z</dcterms:created>
  <dcterms:modified xsi:type="dcterms:W3CDTF">2025-07-14T02:46:57Z</dcterms:modified>
</cp:coreProperties>
</file>